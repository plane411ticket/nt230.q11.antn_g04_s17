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
  </p:notesMasterIdLst>
  <p:sldIdLst>
    <p:sldId id="256" r:id="rId2"/>
  </p:sldIdLst>
  <p:sldSz cx="30240288" cy="42840275"/>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B19F"/>
    <a:srgbClr val="404040"/>
    <a:srgbClr val="969696"/>
    <a:srgbClr val="FFFFFF"/>
    <a:srgbClr val="D79831"/>
    <a:srgbClr val="E7C18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C110FC9-F2F7-A9F8-34EC-90D4271A1116}" v="4" dt="2025-12-30T16:00:47.32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5696" autoAdjust="0"/>
  </p:normalViewPr>
  <p:slideViewPr>
    <p:cSldViewPr snapToGrid="0">
      <p:cViewPr>
        <p:scale>
          <a:sx n="33" d="100"/>
          <a:sy n="33" d="100"/>
        </p:scale>
        <p:origin x="730" y="-1133"/>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microsoft.com/office/2016/11/relationships/changesInfo" Target="changesInfos/changesInfo1.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 Id="rId9"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yan Phan" userId="a3bb8e266d346be0" providerId="Windows Live" clId="Web-{4C110FC9-F2F7-A9F8-34EC-90D4271A1116}"/>
    <pc:docChg chg="modSld">
      <pc:chgData name="Ryan Phan" userId="a3bb8e266d346be0" providerId="Windows Live" clId="Web-{4C110FC9-F2F7-A9F8-34EC-90D4271A1116}" dt="2025-12-30T16:00:47.322" v="3" actId="20577"/>
      <pc:docMkLst>
        <pc:docMk/>
      </pc:docMkLst>
      <pc:sldChg chg="modSp">
        <pc:chgData name="Ryan Phan" userId="a3bb8e266d346be0" providerId="Windows Live" clId="Web-{4C110FC9-F2F7-A9F8-34EC-90D4271A1116}" dt="2025-12-30T16:00:47.322" v="3" actId="20577"/>
        <pc:sldMkLst>
          <pc:docMk/>
          <pc:sldMk cId="3336671571" sldId="256"/>
        </pc:sldMkLst>
        <pc:spChg chg="mod">
          <ac:chgData name="Ryan Phan" userId="a3bb8e266d346be0" providerId="Windows Live" clId="Web-{4C110FC9-F2F7-A9F8-34EC-90D4271A1116}" dt="2025-12-30T16:00:47.322" v="3" actId="20577"/>
          <ac:spMkLst>
            <pc:docMk/>
            <pc:sldMk cId="3336671571" sldId="256"/>
            <ac:spMk id="27" creationId="{4C1C8B38-6084-433B-AE48-73C5ACDA0981}"/>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vi-V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2B56854-A303-4130-A6EB-280E1CE5DB55}" type="datetimeFigureOut">
              <a:rPr lang="vi-VN" smtClean="0"/>
              <a:t>12/01/2026</a:t>
            </a:fld>
            <a:endParaRPr lang="vi-VN"/>
          </a:p>
        </p:txBody>
      </p:sp>
      <p:sp>
        <p:nvSpPr>
          <p:cNvPr id="4" name="Slide Image Placeholder 3"/>
          <p:cNvSpPr>
            <a:spLocks noGrp="1" noRot="1" noChangeAspect="1"/>
          </p:cNvSpPr>
          <p:nvPr>
            <p:ph type="sldImg" idx="2"/>
          </p:nvPr>
        </p:nvSpPr>
        <p:spPr>
          <a:xfrm>
            <a:off x="2339975" y="1143000"/>
            <a:ext cx="2178050" cy="3086100"/>
          </a:xfrm>
          <a:prstGeom prst="rect">
            <a:avLst/>
          </a:prstGeom>
          <a:noFill/>
          <a:ln w="12700">
            <a:solidFill>
              <a:prstClr val="black"/>
            </a:solidFill>
          </a:ln>
        </p:spPr>
        <p:txBody>
          <a:bodyPr vert="horz" lIns="91440" tIns="45720" rIns="91440" bIns="45720" rtlCol="0" anchor="ctr"/>
          <a:lstStyle/>
          <a:p>
            <a:endParaRPr lang="vi-V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vi-V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22CB63B-62A2-496A-8E62-FD8E46DC19A1}" type="slidenum">
              <a:rPr lang="vi-VN" smtClean="0"/>
              <a:t>‹#›</a:t>
            </a:fld>
            <a:endParaRPr lang="vi-VN"/>
          </a:p>
        </p:txBody>
      </p:sp>
    </p:spTree>
    <p:extLst>
      <p:ext uri="{BB962C8B-B14F-4D97-AF65-F5344CB8AC3E}">
        <p14:creationId xmlns:p14="http://schemas.microsoft.com/office/powerpoint/2010/main" val="4113592809"/>
      </p:ext>
    </p:extLst>
  </p:cSld>
  <p:clrMap bg1="lt1" tx1="dk1" bg2="lt2" tx2="dk2" accent1="accent1" accent2="accent2" accent3="accent3" accent4="accent4" accent5="accent5" accent6="accent6" hlink="hlink" folHlink="folHlink"/>
  <p:notesStyle>
    <a:lvl1pPr marL="0" algn="l" defTabSz="3507821" rtl="0" eaLnBrk="1" latinLnBrk="0" hangingPunct="1">
      <a:defRPr sz="4603" kern="1200">
        <a:solidFill>
          <a:schemeClr val="tx1"/>
        </a:solidFill>
        <a:latin typeface="+mn-lt"/>
        <a:ea typeface="+mn-ea"/>
        <a:cs typeface="+mn-cs"/>
      </a:defRPr>
    </a:lvl1pPr>
    <a:lvl2pPr marL="1753911" algn="l" defTabSz="3507821" rtl="0" eaLnBrk="1" latinLnBrk="0" hangingPunct="1">
      <a:defRPr sz="4603" kern="1200">
        <a:solidFill>
          <a:schemeClr val="tx1"/>
        </a:solidFill>
        <a:latin typeface="+mn-lt"/>
        <a:ea typeface="+mn-ea"/>
        <a:cs typeface="+mn-cs"/>
      </a:defRPr>
    </a:lvl2pPr>
    <a:lvl3pPr marL="3507821" algn="l" defTabSz="3507821" rtl="0" eaLnBrk="1" latinLnBrk="0" hangingPunct="1">
      <a:defRPr sz="4603" kern="1200">
        <a:solidFill>
          <a:schemeClr val="tx1"/>
        </a:solidFill>
        <a:latin typeface="+mn-lt"/>
        <a:ea typeface="+mn-ea"/>
        <a:cs typeface="+mn-cs"/>
      </a:defRPr>
    </a:lvl3pPr>
    <a:lvl4pPr marL="5261732" algn="l" defTabSz="3507821" rtl="0" eaLnBrk="1" latinLnBrk="0" hangingPunct="1">
      <a:defRPr sz="4603" kern="1200">
        <a:solidFill>
          <a:schemeClr val="tx1"/>
        </a:solidFill>
        <a:latin typeface="+mn-lt"/>
        <a:ea typeface="+mn-ea"/>
        <a:cs typeface="+mn-cs"/>
      </a:defRPr>
    </a:lvl4pPr>
    <a:lvl5pPr marL="7015643" algn="l" defTabSz="3507821" rtl="0" eaLnBrk="1" latinLnBrk="0" hangingPunct="1">
      <a:defRPr sz="4603" kern="1200">
        <a:solidFill>
          <a:schemeClr val="tx1"/>
        </a:solidFill>
        <a:latin typeface="+mn-lt"/>
        <a:ea typeface="+mn-ea"/>
        <a:cs typeface="+mn-cs"/>
      </a:defRPr>
    </a:lvl5pPr>
    <a:lvl6pPr marL="8769553" algn="l" defTabSz="3507821" rtl="0" eaLnBrk="1" latinLnBrk="0" hangingPunct="1">
      <a:defRPr sz="4603" kern="1200">
        <a:solidFill>
          <a:schemeClr val="tx1"/>
        </a:solidFill>
        <a:latin typeface="+mn-lt"/>
        <a:ea typeface="+mn-ea"/>
        <a:cs typeface="+mn-cs"/>
      </a:defRPr>
    </a:lvl6pPr>
    <a:lvl7pPr marL="10523464" algn="l" defTabSz="3507821" rtl="0" eaLnBrk="1" latinLnBrk="0" hangingPunct="1">
      <a:defRPr sz="4603" kern="1200">
        <a:solidFill>
          <a:schemeClr val="tx1"/>
        </a:solidFill>
        <a:latin typeface="+mn-lt"/>
        <a:ea typeface="+mn-ea"/>
        <a:cs typeface="+mn-cs"/>
      </a:defRPr>
    </a:lvl7pPr>
    <a:lvl8pPr marL="12277374" algn="l" defTabSz="3507821" rtl="0" eaLnBrk="1" latinLnBrk="0" hangingPunct="1">
      <a:defRPr sz="4603" kern="1200">
        <a:solidFill>
          <a:schemeClr val="tx1"/>
        </a:solidFill>
        <a:latin typeface="+mn-lt"/>
        <a:ea typeface="+mn-ea"/>
        <a:cs typeface="+mn-cs"/>
      </a:defRPr>
    </a:lvl8pPr>
    <a:lvl9pPr marL="14031285" algn="l" defTabSz="3507821" rtl="0" eaLnBrk="1" latinLnBrk="0" hangingPunct="1">
      <a:defRPr sz="4603"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5"/>
          </p:nvPr>
        </p:nvSpPr>
        <p:spPr/>
        <p:txBody>
          <a:bodyPr/>
          <a:lstStyle/>
          <a:p>
            <a:fld id="{522CB63B-62A2-496A-8E62-FD8E46DC19A1}" type="slidenum">
              <a:rPr lang="vi-VN" smtClean="0"/>
              <a:t>1</a:t>
            </a:fld>
            <a:endParaRPr lang="vi-VN"/>
          </a:p>
        </p:txBody>
      </p:sp>
    </p:spTree>
    <p:extLst>
      <p:ext uri="{BB962C8B-B14F-4D97-AF65-F5344CB8AC3E}">
        <p14:creationId xmlns:p14="http://schemas.microsoft.com/office/powerpoint/2010/main" val="20881993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68022" y="7011132"/>
            <a:ext cx="25704245" cy="14914762"/>
          </a:xfrm>
        </p:spPr>
        <p:txBody>
          <a:bodyPr anchor="b"/>
          <a:lstStyle>
            <a:lvl1pPr algn="ctr">
              <a:defRPr sz="19843"/>
            </a:lvl1pPr>
          </a:lstStyle>
          <a:p>
            <a:r>
              <a:rPr lang="en-US"/>
              <a:t>Click to edit Master title style</a:t>
            </a:r>
            <a:endParaRPr lang="en-US" dirty="0"/>
          </a:p>
        </p:txBody>
      </p:sp>
      <p:sp>
        <p:nvSpPr>
          <p:cNvPr id="3" name="Subtitle 2"/>
          <p:cNvSpPr>
            <a:spLocks noGrp="1"/>
          </p:cNvSpPr>
          <p:nvPr>
            <p:ph type="subTitle" idx="1"/>
          </p:nvPr>
        </p:nvSpPr>
        <p:spPr>
          <a:xfrm>
            <a:off x="3780036" y="22501064"/>
            <a:ext cx="22680216" cy="10343147"/>
          </a:xfrm>
        </p:spPr>
        <p:txBody>
          <a:bodyPr/>
          <a:lstStyle>
            <a:lvl1pPr marL="0" indent="0" algn="ctr">
              <a:buNone/>
              <a:defRPr sz="7937"/>
            </a:lvl1pPr>
            <a:lvl2pPr marL="1512006" indent="0" algn="ctr">
              <a:buNone/>
              <a:defRPr sz="6614"/>
            </a:lvl2pPr>
            <a:lvl3pPr marL="3024012" indent="0" algn="ctr">
              <a:buNone/>
              <a:defRPr sz="5953"/>
            </a:lvl3pPr>
            <a:lvl4pPr marL="4536018" indent="0" algn="ctr">
              <a:buNone/>
              <a:defRPr sz="5291"/>
            </a:lvl4pPr>
            <a:lvl5pPr marL="6048024" indent="0" algn="ctr">
              <a:buNone/>
              <a:defRPr sz="5291"/>
            </a:lvl5pPr>
            <a:lvl6pPr marL="7560031" indent="0" algn="ctr">
              <a:buNone/>
              <a:defRPr sz="5291"/>
            </a:lvl6pPr>
            <a:lvl7pPr marL="9072037" indent="0" algn="ctr">
              <a:buNone/>
              <a:defRPr sz="5291"/>
            </a:lvl7pPr>
            <a:lvl8pPr marL="10584043" indent="0" algn="ctr">
              <a:buNone/>
              <a:defRPr sz="5291"/>
            </a:lvl8pPr>
            <a:lvl9pPr marL="12096049" indent="0" algn="ctr">
              <a:buNone/>
              <a:defRPr sz="5291"/>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F567A01-3607-4F67-BD28-898B3BDB0F1F}" type="datetimeFigureOut">
              <a:rPr lang="vi-VN" smtClean="0"/>
              <a:t>12/01/2026</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8C1BBC34-8B9B-426B-9BAC-C99237A3AB94}" type="slidenum">
              <a:rPr lang="vi-VN" smtClean="0"/>
              <a:t>‹#›</a:t>
            </a:fld>
            <a:endParaRPr lang="vi-VN"/>
          </a:p>
        </p:txBody>
      </p:sp>
    </p:spTree>
    <p:extLst>
      <p:ext uri="{BB962C8B-B14F-4D97-AF65-F5344CB8AC3E}">
        <p14:creationId xmlns:p14="http://schemas.microsoft.com/office/powerpoint/2010/main" val="37693730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F567A01-3607-4F67-BD28-898B3BDB0F1F}" type="datetimeFigureOut">
              <a:rPr lang="vi-VN" smtClean="0"/>
              <a:t>12/01/2026</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8C1BBC34-8B9B-426B-9BAC-C99237A3AB94}" type="slidenum">
              <a:rPr lang="vi-VN" smtClean="0"/>
              <a:t>‹#›</a:t>
            </a:fld>
            <a:endParaRPr lang="vi-VN"/>
          </a:p>
        </p:txBody>
      </p:sp>
    </p:spTree>
    <p:extLst>
      <p:ext uri="{BB962C8B-B14F-4D97-AF65-F5344CB8AC3E}">
        <p14:creationId xmlns:p14="http://schemas.microsoft.com/office/powerpoint/2010/main" val="33442397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63272" y="10680331"/>
            <a:ext cx="26082248" cy="17820361"/>
          </a:xfrm>
        </p:spPr>
        <p:txBody>
          <a:bodyPr anchor="b"/>
          <a:lstStyle>
            <a:lvl1pPr>
              <a:defRPr sz="19843"/>
            </a:lvl1pPr>
          </a:lstStyle>
          <a:p>
            <a:r>
              <a:rPr lang="en-US"/>
              <a:t>Click to edit Master title style</a:t>
            </a:r>
            <a:endParaRPr lang="en-US" dirty="0"/>
          </a:p>
        </p:txBody>
      </p:sp>
      <p:sp>
        <p:nvSpPr>
          <p:cNvPr id="3" name="Text Placeholder 2"/>
          <p:cNvSpPr>
            <a:spLocks noGrp="1"/>
          </p:cNvSpPr>
          <p:nvPr>
            <p:ph type="body" idx="1"/>
          </p:nvPr>
        </p:nvSpPr>
        <p:spPr>
          <a:xfrm>
            <a:off x="2063272" y="28669280"/>
            <a:ext cx="26082248" cy="9371307"/>
          </a:xfrm>
        </p:spPr>
        <p:txBody>
          <a:bodyPr/>
          <a:lstStyle>
            <a:lvl1pPr marL="0" indent="0">
              <a:buNone/>
              <a:defRPr sz="7937">
                <a:solidFill>
                  <a:schemeClr val="tx1"/>
                </a:solidFill>
              </a:defRPr>
            </a:lvl1pPr>
            <a:lvl2pPr marL="1512006" indent="0">
              <a:buNone/>
              <a:defRPr sz="6614">
                <a:solidFill>
                  <a:schemeClr val="tx1">
                    <a:tint val="75000"/>
                  </a:schemeClr>
                </a:solidFill>
              </a:defRPr>
            </a:lvl2pPr>
            <a:lvl3pPr marL="3024012" indent="0">
              <a:buNone/>
              <a:defRPr sz="5953">
                <a:solidFill>
                  <a:schemeClr val="tx1">
                    <a:tint val="75000"/>
                  </a:schemeClr>
                </a:solidFill>
              </a:defRPr>
            </a:lvl3pPr>
            <a:lvl4pPr marL="4536018" indent="0">
              <a:buNone/>
              <a:defRPr sz="5291">
                <a:solidFill>
                  <a:schemeClr val="tx1">
                    <a:tint val="75000"/>
                  </a:schemeClr>
                </a:solidFill>
              </a:defRPr>
            </a:lvl4pPr>
            <a:lvl5pPr marL="6048024" indent="0">
              <a:buNone/>
              <a:defRPr sz="5291">
                <a:solidFill>
                  <a:schemeClr val="tx1">
                    <a:tint val="75000"/>
                  </a:schemeClr>
                </a:solidFill>
              </a:defRPr>
            </a:lvl5pPr>
            <a:lvl6pPr marL="7560031" indent="0">
              <a:buNone/>
              <a:defRPr sz="5291">
                <a:solidFill>
                  <a:schemeClr val="tx1">
                    <a:tint val="75000"/>
                  </a:schemeClr>
                </a:solidFill>
              </a:defRPr>
            </a:lvl6pPr>
            <a:lvl7pPr marL="9072037" indent="0">
              <a:buNone/>
              <a:defRPr sz="5291">
                <a:solidFill>
                  <a:schemeClr val="tx1">
                    <a:tint val="75000"/>
                  </a:schemeClr>
                </a:solidFill>
              </a:defRPr>
            </a:lvl7pPr>
            <a:lvl8pPr marL="10584043" indent="0">
              <a:buNone/>
              <a:defRPr sz="5291">
                <a:solidFill>
                  <a:schemeClr val="tx1">
                    <a:tint val="75000"/>
                  </a:schemeClr>
                </a:solidFill>
              </a:defRPr>
            </a:lvl8pPr>
            <a:lvl9pPr marL="12096049" indent="0">
              <a:buNone/>
              <a:defRPr sz="5291">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F567A01-3607-4F67-BD28-898B3BDB0F1F}" type="datetimeFigureOut">
              <a:rPr lang="vi-VN" smtClean="0"/>
              <a:t>12/01/2026</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8C1BBC34-8B9B-426B-9BAC-C99237A3AB94}" type="slidenum">
              <a:rPr lang="vi-VN" smtClean="0"/>
              <a:t>‹#›</a:t>
            </a:fld>
            <a:endParaRPr lang="vi-VN"/>
          </a:p>
        </p:txBody>
      </p:sp>
    </p:spTree>
    <p:extLst>
      <p:ext uri="{BB962C8B-B14F-4D97-AF65-F5344CB8AC3E}">
        <p14:creationId xmlns:p14="http://schemas.microsoft.com/office/powerpoint/2010/main" val="38007813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079020" y="11404240"/>
            <a:ext cx="12852122" cy="271817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5309146" y="11404240"/>
            <a:ext cx="12852122" cy="271817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F567A01-3607-4F67-BD28-898B3BDB0F1F}" type="datetimeFigureOut">
              <a:rPr lang="vi-VN" smtClean="0"/>
              <a:t>12/01/2026</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8C1BBC34-8B9B-426B-9BAC-C99237A3AB94}" type="slidenum">
              <a:rPr lang="vi-VN" smtClean="0"/>
              <a:t>‹#›</a:t>
            </a:fld>
            <a:endParaRPr lang="vi-VN"/>
          </a:p>
        </p:txBody>
      </p:sp>
    </p:spTree>
    <p:extLst>
      <p:ext uri="{BB962C8B-B14F-4D97-AF65-F5344CB8AC3E}">
        <p14:creationId xmlns:p14="http://schemas.microsoft.com/office/powerpoint/2010/main" val="32514208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082959" y="2280857"/>
            <a:ext cx="26082248" cy="8280473"/>
          </a:xfrm>
        </p:spPr>
        <p:txBody>
          <a:bodyPr/>
          <a:lstStyle/>
          <a:p>
            <a:r>
              <a:rPr lang="en-US"/>
              <a:t>Click to edit Master title style</a:t>
            </a:r>
            <a:endParaRPr lang="en-US" dirty="0"/>
          </a:p>
        </p:txBody>
      </p:sp>
      <p:sp>
        <p:nvSpPr>
          <p:cNvPr id="3" name="Text Placeholder 2"/>
          <p:cNvSpPr>
            <a:spLocks noGrp="1"/>
          </p:cNvSpPr>
          <p:nvPr>
            <p:ph type="body" idx="1"/>
          </p:nvPr>
        </p:nvSpPr>
        <p:spPr>
          <a:xfrm>
            <a:off x="2082962" y="10501820"/>
            <a:ext cx="12793057" cy="5146780"/>
          </a:xfrm>
        </p:spPr>
        <p:txBody>
          <a:bodyPr anchor="b"/>
          <a:lstStyle>
            <a:lvl1pPr marL="0" indent="0">
              <a:buNone/>
              <a:defRPr sz="7937" b="1"/>
            </a:lvl1pPr>
            <a:lvl2pPr marL="1512006" indent="0">
              <a:buNone/>
              <a:defRPr sz="6614" b="1"/>
            </a:lvl2pPr>
            <a:lvl3pPr marL="3024012" indent="0">
              <a:buNone/>
              <a:defRPr sz="5953" b="1"/>
            </a:lvl3pPr>
            <a:lvl4pPr marL="4536018" indent="0">
              <a:buNone/>
              <a:defRPr sz="5291" b="1"/>
            </a:lvl4pPr>
            <a:lvl5pPr marL="6048024" indent="0">
              <a:buNone/>
              <a:defRPr sz="5291" b="1"/>
            </a:lvl5pPr>
            <a:lvl6pPr marL="7560031" indent="0">
              <a:buNone/>
              <a:defRPr sz="5291" b="1"/>
            </a:lvl6pPr>
            <a:lvl7pPr marL="9072037" indent="0">
              <a:buNone/>
              <a:defRPr sz="5291" b="1"/>
            </a:lvl7pPr>
            <a:lvl8pPr marL="10584043" indent="0">
              <a:buNone/>
              <a:defRPr sz="5291" b="1"/>
            </a:lvl8pPr>
            <a:lvl9pPr marL="12096049" indent="0">
              <a:buNone/>
              <a:defRPr sz="5291" b="1"/>
            </a:lvl9pPr>
          </a:lstStyle>
          <a:p>
            <a:pPr lvl="0"/>
            <a:r>
              <a:rPr lang="en-US"/>
              <a:t>Click to edit Master text styles</a:t>
            </a:r>
          </a:p>
        </p:txBody>
      </p:sp>
      <p:sp>
        <p:nvSpPr>
          <p:cNvPr id="4" name="Content Placeholder 3"/>
          <p:cNvSpPr>
            <a:spLocks noGrp="1"/>
          </p:cNvSpPr>
          <p:nvPr>
            <p:ph sz="half" idx="2"/>
          </p:nvPr>
        </p:nvSpPr>
        <p:spPr>
          <a:xfrm>
            <a:off x="2082962" y="15648601"/>
            <a:ext cx="12793057" cy="2301673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5309148" y="10501820"/>
            <a:ext cx="12856061" cy="5146780"/>
          </a:xfrm>
        </p:spPr>
        <p:txBody>
          <a:bodyPr anchor="b"/>
          <a:lstStyle>
            <a:lvl1pPr marL="0" indent="0">
              <a:buNone/>
              <a:defRPr sz="7937" b="1"/>
            </a:lvl1pPr>
            <a:lvl2pPr marL="1512006" indent="0">
              <a:buNone/>
              <a:defRPr sz="6614" b="1"/>
            </a:lvl2pPr>
            <a:lvl3pPr marL="3024012" indent="0">
              <a:buNone/>
              <a:defRPr sz="5953" b="1"/>
            </a:lvl3pPr>
            <a:lvl4pPr marL="4536018" indent="0">
              <a:buNone/>
              <a:defRPr sz="5291" b="1"/>
            </a:lvl4pPr>
            <a:lvl5pPr marL="6048024" indent="0">
              <a:buNone/>
              <a:defRPr sz="5291" b="1"/>
            </a:lvl5pPr>
            <a:lvl6pPr marL="7560031" indent="0">
              <a:buNone/>
              <a:defRPr sz="5291" b="1"/>
            </a:lvl6pPr>
            <a:lvl7pPr marL="9072037" indent="0">
              <a:buNone/>
              <a:defRPr sz="5291" b="1"/>
            </a:lvl7pPr>
            <a:lvl8pPr marL="10584043" indent="0">
              <a:buNone/>
              <a:defRPr sz="5291" b="1"/>
            </a:lvl8pPr>
            <a:lvl9pPr marL="12096049" indent="0">
              <a:buNone/>
              <a:defRPr sz="5291" b="1"/>
            </a:lvl9pPr>
          </a:lstStyle>
          <a:p>
            <a:pPr lvl="0"/>
            <a:r>
              <a:rPr lang="en-US"/>
              <a:t>Click to edit Master text styles</a:t>
            </a:r>
          </a:p>
        </p:txBody>
      </p:sp>
      <p:sp>
        <p:nvSpPr>
          <p:cNvPr id="6" name="Content Placeholder 5"/>
          <p:cNvSpPr>
            <a:spLocks noGrp="1"/>
          </p:cNvSpPr>
          <p:nvPr>
            <p:ph sz="quarter" idx="4"/>
          </p:nvPr>
        </p:nvSpPr>
        <p:spPr>
          <a:xfrm>
            <a:off x="15309148" y="15648601"/>
            <a:ext cx="12856061" cy="2301673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F567A01-3607-4F67-BD28-898B3BDB0F1F}" type="datetimeFigureOut">
              <a:rPr lang="vi-VN" smtClean="0"/>
              <a:t>12/01/2026</a:t>
            </a:fld>
            <a:endParaRPr lang="vi-VN"/>
          </a:p>
        </p:txBody>
      </p:sp>
      <p:sp>
        <p:nvSpPr>
          <p:cNvPr id="8" name="Footer Placeholder 7"/>
          <p:cNvSpPr>
            <a:spLocks noGrp="1"/>
          </p:cNvSpPr>
          <p:nvPr>
            <p:ph type="ftr" sz="quarter" idx="11"/>
          </p:nvPr>
        </p:nvSpPr>
        <p:spPr/>
        <p:txBody>
          <a:bodyPr/>
          <a:lstStyle/>
          <a:p>
            <a:endParaRPr lang="vi-VN"/>
          </a:p>
        </p:txBody>
      </p:sp>
      <p:sp>
        <p:nvSpPr>
          <p:cNvPr id="9" name="Slide Number Placeholder 8"/>
          <p:cNvSpPr>
            <a:spLocks noGrp="1"/>
          </p:cNvSpPr>
          <p:nvPr>
            <p:ph type="sldNum" sz="quarter" idx="12"/>
          </p:nvPr>
        </p:nvSpPr>
        <p:spPr/>
        <p:txBody>
          <a:bodyPr/>
          <a:lstStyle/>
          <a:p>
            <a:fld id="{8C1BBC34-8B9B-426B-9BAC-C99237A3AB94}" type="slidenum">
              <a:rPr lang="vi-VN" smtClean="0"/>
              <a:t>‹#›</a:t>
            </a:fld>
            <a:endParaRPr lang="vi-VN"/>
          </a:p>
        </p:txBody>
      </p:sp>
    </p:spTree>
    <p:extLst>
      <p:ext uri="{BB962C8B-B14F-4D97-AF65-F5344CB8AC3E}">
        <p14:creationId xmlns:p14="http://schemas.microsoft.com/office/powerpoint/2010/main" val="35509214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F567A01-3607-4F67-BD28-898B3BDB0F1F}" type="datetimeFigureOut">
              <a:rPr lang="vi-VN" smtClean="0"/>
              <a:t>12/01/2026</a:t>
            </a:fld>
            <a:endParaRPr lang="vi-VN"/>
          </a:p>
        </p:txBody>
      </p:sp>
      <p:sp>
        <p:nvSpPr>
          <p:cNvPr id="4" name="Footer Placeholder 3"/>
          <p:cNvSpPr>
            <a:spLocks noGrp="1"/>
          </p:cNvSpPr>
          <p:nvPr>
            <p:ph type="ftr" sz="quarter" idx="11"/>
          </p:nvPr>
        </p:nvSpPr>
        <p:spPr/>
        <p:txBody>
          <a:bodyPr/>
          <a:lstStyle/>
          <a:p>
            <a:endParaRPr lang="vi-VN"/>
          </a:p>
        </p:txBody>
      </p:sp>
      <p:sp>
        <p:nvSpPr>
          <p:cNvPr id="5" name="Slide Number Placeholder 4"/>
          <p:cNvSpPr>
            <a:spLocks noGrp="1"/>
          </p:cNvSpPr>
          <p:nvPr>
            <p:ph type="sldNum" sz="quarter" idx="12"/>
          </p:nvPr>
        </p:nvSpPr>
        <p:spPr/>
        <p:txBody>
          <a:bodyPr/>
          <a:lstStyle/>
          <a:p>
            <a:fld id="{8C1BBC34-8B9B-426B-9BAC-C99237A3AB94}" type="slidenum">
              <a:rPr lang="vi-VN" smtClean="0"/>
              <a:t>‹#›</a:t>
            </a:fld>
            <a:endParaRPr lang="vi-VN"/>
          </a:p>
        </p:txBody>
      </p:sp>
    </p:spTree>
    <p:extLst>
      <p:ext uri="{BB962C8B-B14F-4D97-AF65-F5344CB8AC3E}">
        <p14:creationId xmlns:p14="http://schemas.microsoft.com/office/powerpoint/2010/main" val="21559123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F567A01-3607-4F67-BD28-898B3BDB0F1F}" type="datetimeFigureOut">
              <a:rPr lang="vi-VN" smtClean="0"/>
              <a:t>12/01/2026</a:t>
            </a:fld>
            <a:endParaRPr lang="vi-VN"/>
          </a:p>
        </p:txBody>
      </p:sp>
      <p:sp>
        <p:nvSpPr>
          <p:cNvPr id="3" name="Footer Placeholder 2"/>
          <p:cNvSpPr>
            <a:spLocks noGrp="1"/>
          </p:cNvSpPr>
          <p:nvPr>
            <p:ph type="ftr" sz="quarter" idx="11"/>
          </p:nvPr>
        </p:nvSpPr>
        <p:spPr/>
        <p:txBody>
          <a:bodyPr/>
          <a:lstStyle/>
          <a:p>
            <a:endParaRPr lang="vi-VN"/>
          </a:p>
        </p:txBody>
      </p:sp>
      <p:sp>
        <p:nvSpPr>
          <p:cNvPr id="4" name="Slide Number Placeholder 3"/>
          <p:cNvSpPr>
            <a:spLocks noGrp="1"/>
          </p:cNvSpPr>
          <p:nvPr>
            <p:ph type="sldNum" sz="quarter" idx="12"/>
          </p:nvPr>
        </p:nvSpPr>
        <p:spPr/>
        <p:txBody>
          <a:bodyPr/>
          <a:lstStyle/>
          <a:p>
            <a:fld id="{8C1BBC34-8B9B-426B-9BAC-C99237A3AB94}" type="slidenum">
              <a:rPr lang="vi-VN" smtClean="0"/>
              <a:t>‹#›</a:t>
            </a:fld>
            <a:endParaRPr lang="vi-VN"/>
          </a:p>
        </p:txBody>
      </p:sp>
    </p:spTree>
    <p:extLst>
      <p:ext uri="{BB962C8B-B14F-4D97-AF65-F5344CB8AC3E}">
        <p14:creationId xmlns:p14="http://schemas.microsoft.com/office/powerpoint/2010/main" val="10756297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082959" y="2856018"/>
            <a:ext cx="9753280" cy="9996064"/>
          </a:xfrm>
        </p:spPr>
        <p:txBody>
          <a:bodyPr anchor="b"/>
          <a:lstStyle>
            <a:lvl1pPr>
              <a:defRPr sz="10583"/>
            </a:lvl1pPr>
          </a:lstStyle>
          <a:p>
            <a:r>
              <a:rPr lang="en-US"/>
              <a:t>Click to edit Master title style</a:t>
            </a:r>
            <a:endParaRPr lang="en-US" dirty="0"/>
          </a:p>
        </p:txBody>
      </p:sp>
      <p:sp>
        <p:nvSpPr>
          <p:cNvPr id="3" name="Content Placeholder 2"/>
          <p:cNvSpPr>
            <a:spLocks noGrp="1"/>
          </p:cNvSpPr>
          <p:nvPr>
            <p:ph idx="1"/>
          </p:nvPr>
        </p:nvSpPr>
        <p:spPr>
          <a:xfrm>
            <a:off x="12856061" y="6168216"/>
            <a:ext cx="15309146" cy="30444362"/>
          </a:xfrm>
        </p:spPr>
        <p:txBody>
          <a:bodyPr/>
          <a:lstStyle>
            <a:lvl1pPr>
              <a:defRPr sz="10583"/>
            </a:lvl1pPr>
            <a:lvl2pPr>
              <a:defRPr sz="9260"/>
            </a:lvl2pPr>
            <a:lvl3pPr>
              <a:defRPr sz="7937"/>
            </a:lvl3pPr>
            <a:lvl4pPr>
              <a:defRPr sz="6614"/>
            </a:lvl4pPr>
            <a:lvl5pPr>
              <a:defRPr sz="6614"/>
            </a:lvl5pPr>
            <a:lvl6pPr>
              <a:defRPr sz="6614"/>
            </a:lvl6pPr>
            <a:lvl7pPr>
              <a:defRPr sz="6614"/>
            </a:lvl7pPr>
            <a:lvl8pPr>
              <a:defRPr sz="6614"/>
            </a:lvl8pPr>
            <a:lvl9pPr>
              <a:defRPr sz="6614"/>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082959" y="12852082"/>
            <a:ext cx="9753280" cy="23810073"/>
          </a:xfrm>
        </p:spPr>
        <p:txBody>
          <a:bodyPr/>
          <a:lstStyle>
            <a:lvl1pPr marL="0" indent="0">
              <a:buNone/>
              <a:defRPr sz="5291"/>
            </a:lvl1pPr>
            <a:lvl2pPr marL="1512006" indent="0">
              <a:buNone/>
              <a:defRPr sz="4630"/>
            </a:lvl2pPr>
            <a:lvl3pPr marL="3024012" indent="0">
              <a:buNone/>
              <a:defRPr sz="3969"/>
            </a:lvl3pPr>
            <a:lvl4pPr marL="4536018" indent="0">
              <a:buNone/>
              <a:defRPr sz="3307"/>
            </a:lvl4pPr>
            <a:lvl5pPr marL="6048024" indent="0">
              <a:buNone/>
              <a:defRPr sz="3307"/>
            </a:lvl5pPr>
            <a:lvl6pPr marL="7560031" indent="0">
              <a:buNone/>
              <a:defRPr sz="3307"/>
            </a:lvl6pPr>
            <a:lvl7pPr marL="9072037" indent="0">
              <a:buNone/>
              <a:defRPr sz="3307"/>
            </a:lvl7pPr>
            <a:lvl8pPr marL="10584043" indent="0">
              <a:buNone/>
              <a:defRPr sz="3307"/>
            </a:lvl8pPr>
            <a:lvl9pPr marL="12096049" indent="0">
              <a:buNone/>
              <a:defRPr sz="3307"/>
            </a:lvl9pPr>
          </a:lstStyle>
          <a:p>
            <a:pPr lvl="0"/>
            <a:r>
              <a:rPr lang="en-US"/>
              <a:t>Click to edit Master text styles</a:t>
            </a:r>
          </a:p>
        </p:txBody>
      </p:sp>
      <p:sp>
        <p:nvSpPr>
          <p:cNvPr id="5" name="Date Placeholder 4"/>
          <p:cNvSpPr>
            <a:spLocks noGrp="1"/>
          </p:cNvSpPr>
          <p:nvPr>
            <p:ph type="dt" sz="half" idx="10"/>
          </p:nvPr>
        </p:nvSpPr>
        <p:spPr/>
        <p:txBody>
          <a:bodyPr/>
          <a:lstStyle/>
          <a:p>
            <a:fld id="{5F567A01-3607-4F67-BD28-898B3BDB0F1F}" type="datetimeFigureOut">
              <a:rPr lang="vi-VN" smtClean="0"/>
              <a:t>12/01/2026</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8C1BBC34-8B9B-426B-9BAC-C99237A3AB94}" type="slidenum">
              <a:rPr lang="vi-VN" smtClean="0"/>
              <a:t>‹#›</a:t>
            </a:fld>
            <a:endParaRPr lang="vi-VN"/>
          </a:p>
        </p:txBody>
      </p:sp>
    </p:spTree>
    <p:extLst>
      <p:ext uri="{BB962C8B-B14F-4D97-AF65-F5344CB8AC3E}">
        <p14:creationId xmlns:p14="http://schemas.microsoft.com/office/powerpoint/2010/main" val="6007889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082959" y="2856018"/>
            <a:ext cx="9753280" cy="9996064"/>
          </a:xfrm>
        </p:spPr>
        <p:txBody>
          <a:bodyPr anchor="b"/>
          <a:lstStyle>
            <a:lvl1pPr>
              <a:defRPr sz="10583"/>
            </a:lvl1pPr>
          </a:lstStyle>
          <a:p>
            <a:r>
              <a:rPr lang="en-US"/>
              <a:t>Click to edit Master title style</a:t>
            </a:r>
            <a:endParaRPr lang="en-US" dirty="0"/>
          </a:p>
        </p:txBody>
      </p:sp>
      <p:sp>
        <p:nvSpPr>
          <p:cNvPr id="3" name="Picture Placeholder 2"/>
          <p:cNvSpPr>
            <a:spLocks noGrp="1" noChangeAspect="1"/>
          </p:cNvSpPr>
          <p:nvPr>
            <p:ph type="pic" idx="1"/>
          </p:nvPr>
        </p:nvSpPr>
        <p:spPr>
          <a:xfrm>
            <a:off x="12856061" y="6168216"/>
            <a:ext cx="15309146" cy="30444362"/>
          </a:xfrm>
        </p:spPr>
        <p:txBody>
          <a:bodyPr anchor="t"/>
          <a:lstStyle>
            <a:lvl1pPr marL="0" indent="0">
              <a:buNone/>
              <a:defRPr sz="10583"/>
            </a:lvl1pPr>
            <a:lvl2pPr marL="1512006" indent="0">
              <a:buNone/>
              <a:defRPr sz="9260"/>
            </a:lvl2pPr>
            <a:lvl3pPr marL="3024012" indent="0">
              <a:buNone/>
              <a:defRPr sz="7937"/>
            </a:lvl3pPr>
            <a:lvl4pPr marL="4536018" indent="0">
              <a:buNone/>
              <a:defRPr sz="6614"/>
            </a:lvl4pPr>
            <a:lvl5pPr marL="6048024" indent="0">
              <a:buNone/>
              <a:defRPr sz="6614"/>
            </a:lvl5pPr>
            <a:lvl6pPr marL="7560031" indent="0">
              <a:buNone/>
              <a:defRPr sz="6614"/>
            </a:lvl6pPr>
            <a:lvl7pPr marL="9072037" indent="0">
              <a:buNone/>
              <a:defRPr sz="6614"/>
            </a:lvl7pPr>
            <a:lvl8pPr marL="10584043" indent="0">
              <a:buNone/>
              <a:defRPr sz="6614"/>
            </a:lvl8pPr>
            <a:lvl9pPr marL="12096049" indent="0">
              <a:buNone/>
              <a:defRPr sz="6614"/>
            </a:lvl9pPr>
          </a:lstStyle>
          <a:p>
            <a:r>
              <a:rPr lang="en-US"/>
              <a:t>Click icon to add picture</a:t>
            </a:r>
            <a:endParaRPr lang="en-US" dirty="0"/>
          </a:p>
        </p:txBody>
      </p:sp>
      <p:sp>
        <p:nvSpPr>
          <p:cNvPr id="4" name="Text Placeholder 3"/>
          <p:cNvSpPr>
            <a:spLocks noGrp="1"/>
          </p:cNvSpPr>
          <p:nvPr>
            <p:ph type="body" sz="half" idx="2"/>
          </p:nvPr>
        </p:nvSpPr>
        <p:spPr>
          <a:xfrm>
            <a:off x="2082959" y="12852082"/>
            <a:ext cx="9753280" cy="23810073"/>
          </a:xfrm>
        </p:spPr>
        <p:txBody>
          <a:bodyPr/>
          <a:lstStyle>
            <a:lvl1pPr marL="0" indent="0">
              <a:buNone/>
              <a:defRPr sz="5291"/>
            </a:lvl1pPr>
            <a:lvl2pPr marL="1512006" indent="0">
              <a:buNone/>
              <a:defRPr sz="4630"/>
            </a:lvl2pPr>
            <a:lvl3pPr marL="3024012" indent="0">
              <a:buNone/>
              <a:defRPr sz="3969"/>
            </a:lvl3pPr>
            <a:lvl4pPr marL="4536018" indent="0">
              <a:buNone/>
              <a:defRPr sz="3307"/>
            </a:lvl4pPr>
            <a:lvl5pPr marL="6048024" indent="0">
              <a:buNone/>
              <a:defRPr sz="3307"/>
            </a:lvl5pPr>
            <a:lvl6pPr marL="7560031" indent="0">
              <a:buNone/>
              <a:defRPr sz="3307"/>
            </a:lvl6pPr>
            <a:lvl7pPr marL="9072037" indent="0">
              <a:buNone/>
              <a:defRPr sz="3307"/>
            </a:lvl7pPr>
            <a:lvl8pPr marL="10584043" indent="0">
              <a:buNone/>
              <a:defRPr sz="3307"/>
            </a:lvl8pPr>
            <a:lvl9pPr marL="12096049" indent="0">
              <a:buNone/>
              <a:defRPr sz="3307"/>
            </a:lvl9pPr>
          </a:lstStyle>
          <a:p>
            <a:pPr lvl="0"/>
            <a:r>
              <a:rPr lang="en-US"/>
              <a:t>Click to edit Master text styles</a:t>
            </a:r>
          </a:p>
        </p:txBody>
      </p:sp>
      <p:sp>
        <p:nvSpPr>
          <p:cNvPr id="5" name="Date Placeholder 4"/>
          <p:cNvSpPr>
            <a:spLocks noGrp="1"/>
          </p:cNvSpPr>
          <p:nvPr>
            <p:ph type="dt" sz="half" idx="10"/>
          </p:nvPr>
        </p:nvSpPr>
        <p:spPr/>
        <p:txBody>
          <a:bodyPr/>
          <a:lstStyle/>
          <a:p>
            <a:fld id="{5F567A01-3607-4F67-BD28-898B3BDB0F1F}" type="datetimeFigureOut">
              <a:rPr lang="vi-VN" smtClean="0"/>
              <a:t>12/01/2026</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8C1BBC34-8B9B-426B-9BAC-C99237A3AB94}" type="slidenum">
              <a:rPr lang="vi-VN" smtClean="0"/>
              <a:t>‹#›</a:t>
            </a:fld>
            <a:endParaRPr lang="vi-VN"/>
          </a:p>
        </p:txBody>
      </p:sp>
    </p:spTree>
    <p:extLst>
      <p:ext uri="{BB962C8B-B14F-4D97-AF65-F5344CB8AC3E}">
        <p14:creationId xmlns:p14="http://schemas.microsoft.com/office/powerpoint/2010/main" val="35274639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F567A01-3607-4F67-BD28-898B3BDB0F1F}" type="datetimeFigureOut">
              <a:rPr lang="vi-VN" smtClean="0"/>
              <a:t>12/01/2026</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8C1BBC34-8B9B-426B-9BAC-C99237A3AB94}" type="slidenum">
              <a:rPr lang="vi-VN" smtClean="0"/>
              <a:t>‹#›</a:t>
            </a:fld>
            <a:endParaRPr lang="vi-VN"/>
          </a:p>
        </p:txBody>
      </p:sp>
    </p:spTree>
    <p:extLst>
      <p:ext uri="{BB962C8B-B14F-4D97-AF65-F5344CB8AC3E}">
        <p14:creationId xmlns:p14="http://schemas.microsoft.com/office/powerpoint/2010/main" val="41616981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1640708" y="2280848"/>
            <a:ext cx="6520562" cy="3630515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079021" y="2280848"/>
            <a:ext cx="19183683" cy="3630515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F567A01-3607-4F67-BD28-898B3BDB0F1F}" type="datetimeFigureOut">
              <a:rPr lang="vi-VN" smtClean="0"/>
              <a:t>12/01/2026</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8C1BBC34-8B9B-426B-9BAC-C99237A3AB94}" type="slidenum">
              <a:rPr lang="vi-VN" smtClean="0"/>
              <a:t>‹#›</a:t>
            </a:fld>
            <a:endParaRPr lang="vi-VN"/>
          </a:p>
        </p:txBody>
      </p:sp>
    </p:spTree>
    <p:extLst>
      <p:ext uri="{BB962C8B-B14F-4D97-AF65-F5344CB8AC3E}">
        <p14:creationId xmlns:p14="http://schemas.microsoft.com/office/powerpoint/2010/main" val="40391237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079020" y="2280857"/>
            <a:ext cx="26082248" cy="828047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079020" y="11404240"/>
            <a:ext cx="26082248" cy="2718176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079020" y="39706598"/>
            <a:ext cx="6804065" cy="2280848"/>
          </a:xfrm>
          <a:prstGeom prst="rect">
            <a:avLst/>
          </a:prstGeom>
        </p:spPr>
        <p:txBody>
          <a:bodyPr vert="horz" lIns="91440" tIns="45720" rIns="91440" bIns="45720" rtlCol="0" anchor="ctr"/>
          <a:lstStyle>
            <a:lvl1pPr algn="l">
              <a:defRPr sz="3969">
                <a:solidFill>
                  <a:schemeClr val="tx1">
                    <a:tint val="75000"/>
                  </a:schemeClr>
                </a:solidFill>
              </a:defRPr>
            </a:lvl1pPr>
          </a:lstStyle>
          <a:p>
            <a:fld id="{5F567A01-3607-4F67-BD28-898B3BDB0F1F}" type="datetimeFigureOut">
              <a:rPr lang="vi-VN" smtClean="0"/>
              <a:t>12/01/2026</a:t>
            </a:fld>
            <a:endParaRPr lang="vi-VN"/>
          </a:p>
        </p:txBody>
      </p:sp>
      <p:sp>
        <p:nvSpPr>
          <p:cNvPr id="5" name="Footer Placeholder 4"/>
          <p:cNvSpPr>
            <a:spLocks noGrp="1"/>
          </p:cNvSpPr>
          <p:nvPr>
            <p:ph type="ftr" sz="quarter" idx="3"/>
          </p:nvPr>
        </p:nvSpPr>
        <p:spPr>
          <a:xfrm>
            <a:off x="10017096" y="39706598"/>
            <a:ext cx="10206097" cy="2280848"/>
          </a:xfrm>
          <a:prstGeom prst="rect">
            <a:avLst/>
          </a:prstGeom>
        </p:spPr>
        <p:txBody>
          <a:bodyPr vert="horz" lIns="91440" tIns="45720" rIns="91440" bIns="45720" rtlCol="0" anchor="ctr"/>
          <a:lstStyle>
            <a:lvl1pPr algn="ctr">
              <a:defRPr sz="3969">
                <a:solidFill>
                  <a:schemeClr val="tx1">
                    <a:tint val="75000"/>
                  </a:schemeClr>
                </a:solidFill>
              </a:defRPr>
            </a:lvl1pPr>
          </a:lstStyle>
          <a:p>
            <a:endParaRPr lang="vi-VN"/>
          </a:p>
        </p:txBody>
      </p:sp>
      <p:sp>
        <p:nvSpPr>
          <p:cNvPr id="6" name="Slide Number Placeholder 5"/>
          <p:cNvSpPr>
            <a:spLocks noGrp="1"/>
          </p:cNvSpPr>
          <p:nvPr>
            <p:ph type="sldNum" sz="quarter" idx="4"/>
          </p:nvPr>
        </p:nvSpPr>
        <p:spPr>
          <a:xfrm>
            <a:off x="21357203" y="39706598"/>
            <a:ext cx="6804065" cy="2280848"/>
          </a:xfrm>
          <a:prstGeom prst="rect">
            <a:avLst/>
          </a:prstGeom>
        </p:spPr>
        <p:txBody>
          <a:bodyPr vert="horz" lIns="91440" tIns="45720" rIns="91440" bIns="45720" rtlCol="0" anchor="ctr"/>
          <a:lstStyle>
            <a:lvl1pPr algn="r">
              <a:defRPr sz="3969">
                <a:solidFill>
                  <a:schemeClr val="tx1">
                    <a:tint val="75000"/>
                  </a:schemeClr>
                </a:solidFill>
              </a:defRPr>
            </a:lvl1pPr>
          </a:lstStyle>
          <a:p>
            <a:fld id="{8C1BBC34-8B9B-426B-9BAC-C99237A3AB94}" type="slidenum">
              <a:rPr lang="vi-VN" smtClean="0"/>
              <a:t>‹#›</a:t>
            </a:fld>
            <a:endParaRPr lang="vi-VN"/>
          </a:p>
        </p:txBody>
      </p:sp>
    </p:spTree>
    <p:extLst>
      <p:ext uri="{BB962C8B-B14F-4D97-AF65-F5344CB8AC3E}">
        <p14:creationId xmlns:p14="http://schemas.microsoft.com/office/powerpoint/2010/main" val="400129728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3024012" rtl="0" eaLnBrk="1" latinLnBrk="0" hangingPunct="1">
        <a:lnSpc>
          <a:spcPct val="90000"/>
        </a:lnSpc>
        <a:spcBef>
          <a:spcPct val="0"/>
        </a:spcBef>
        <a:buNone/>
        <a:defRPr sz="14551" kern="1200">
          <a:solidFill>
            <a:schemeClr val="tx1"/>
          </a:solidFill>
          <a:latin typeface="+mj-lt"/>
          <a:ea typeface="+mj-ea"/>
          <a:cs typeface="+mj-cs"/>
        </a:defRPr>
      </a:lvl1pPr>
    </p:titleStyle>
    <p:bodyStyle>
      <a:lvl1pPr marL="756003" indent="-756003" algn="l" defTabSz="3024012" rtl="0" eaLnBrk="1" latinLnBrk="0" hangingPunct="1">
        <a:lnSpc>
          <a:spcPct val="90000"/>
        </a:lnSpc>
        <a:spcBef>
          <a:spcPts val="3307"/>
        </a:spcBef>
        <a:buFont typeface="Arial" panose="020B0604020202020204" pitchFamily="34" charset="0"/>
        <a:buChar char="•"/>
        <a:defRPr sz="9260" kern="1200">
          <a:solidFill>
            <a:schemeClr val="tx1"/>
          </a:solidFill>
          <a:latin typeface="+mn-lt"/>
          <a:ea typeface="+mn-ea"/>
          <a:cs typeface="+mn-cs"/>
        </a:defRPr>
      </a:lvl1pPr>
      <a:lvl2pPr marL="2268009" indent="-756003" algn="l" defTabSz="3024012" rtl="0" eaLnBrk="1" latinLnBrk="0" hangingPunct="1">
        <a:lnSpc>
          <a:spcPct val="90000"/>
        </a:lnSpc>
        <a:spcBef>
          <a:spcPts val="1654"/>
        </a:spcBef>
        <a:buFont typeface="Arial" panose="020B0604020202020204" pitchFamily="34" charset="0"/>
        <a:buChar char="•"/>
        <a:defRPr sz="7937" kern="1200">
          <a:solidFill>
            <a:schemeClr val="tx1"/>
          </a:solidFill>
          <a:latin typeface="+mn-lt"/>
          <a:ea typeface="+mn-ea"/>
          <a:cs typeface="+mn-cs"/>
        </a:defRPr>
      </a:lvl2pPr>
      <a:lvl3pPr marL="3780015" indent="-756003" algn="l" defTabSz="3024012" rtl="0" eaLnBrk="1" latinLnBrk="0" hangingPunct="1">
        <a:lnSpc>
          <a:spcPct val="90000"/>
        </a:lnSpc>
        <a:spcBef>
          <a:spcPts val="1654"/>
        </a:spcBef>
        <a:buFont typeface="Arial" panose="020B0604020202020204" pitchFamily="34" charset="0"/>
        <a:buChar char="•"/>
        <a:defRPr sz="6614" kern="1200">
          <a:solidFill>
            <a:schemeClr val="tx1"/>
          </a:solidFill>
          <a:latin typeface="+mn-lt"/>
          <a:ea typeface="+mn-ea"/>
          <a:cs typeface="+mn-cs"/>
        </a:defRPr>
      </a:lvl3pPr>
      <a:lvl4pPr marL="5292021" indent="-756003" algn="l" defTabSz="3024012" rtl="0" eaLnBrk="1" latinLnBrk="0" hangingPunct="1">
        <a:lnSpc>
          <a:spcPct val="90000"/>
        </a:lnSpc>
        <a:spcBef>
          <a:spcPts val="1654"/>
        </a:spcBef>
        <a:buFont typeface="Arial" panose="020B0604020202020204" pitchFamily="34" charset="0"/>
        <a:buChar char="•"/>
        <a:defRPr sz="5953" kern="1200">
          <a:solidFill>
            <a:schemeClr val="tx1"/>
          </a:solidFill>
          <a:latin typeface="+mn-lt"/>
          <a:ea typeface="+mn-ea"/>
          <a:cs typeface="+mn-cs"/>
        </a:defRPr>
      </a:lvl4pPr>
      <a:lvl5pPr marL="6804028" indent="-756003" algn="l" defTabSz="3024012" rtl="0" eaLnBrk="1" latinLnBrk="0" hangingPunct="1">
        <a:lnSpc>
          <a:spcPct val="90000"/>
        </a:lnSpc>
        <a:spcBef>
          <a:spcPts val="1654"/>
        </a:spcBef>
        <a:buFont typeface="Arial" panose="020B0604020202020204" pitchFamily="34" charset="0"/>
        <a:buChar char="•"/>
        <a:defRPr sz="5953" kern="1200">
          <a:solidFill>
            <a:schemeClr val="tx1"/>
          </a:solidFill>
          <a:latin typeface="+mn-lt"/>
          <a:ea typeface="+mn-ea"/>
          <a:cs typeface="+mn-cs"/>
        </a:defRPr>
      </a:lvl5pPr>
      <a:lvl6pPr marL="8316034" indent="-756003" algn="l" defTabSz="3024012" rtl="0" eaLnBrk="1" latinLnBrk="0" hangingPunct="1">
        <a:lnSpc>
          <a:spcPct val="90000"/>
        </a:lnSpc>
        <a:spcBef>
          <a:spcPts val="1654"/>
        </a:spcBef>
        <a:buFont typeface="Arial" panose="020B0604020202020204" pitchFamily="34" charset="0"/>
        <a:buChar char="•"/>
        <a:defRPr sz="5953" kern="1200">
          <a:solidFill>
            <a:schemeClr val="tx1"/>
          </a:solidFill>
          <a:latin typeface="+mn-lt"/>
          <a:ea typeface="+mn-ea"/>
          <a:cs typeface="+mn-cs"/>
        </a:defRPr>
      </a:lvl6pPr>
      <a:lvl7pPr marL="9828040" indent="-756003" algn="l" defTabSz="3024012" rtl="0" eaLnBrk="1" latinLnBrk="0" hangingPunct="1">
        <a:lnSpc>
          <a:spcPct val="90000"/>
        </a:lnSpc>
        <a:spcBef>
          <a:spcPts val="1654"/>
        </a:spcBef>
        <a:buFont typeface="Arial" panose="020B0604020202020204" pitchFamily="34" charset="0"/>
        <a:buChar char="•"/>
        <a:defRPr sz="5953" kern="1200">
          <a:solidFill>
            <a:schemeClr val="tx1"/>
          </a:solidFill>
          <a:latin typeface="+mn-lt"/>
          <a:ea typeface="+mn-ea"/>
          <a:cs typeface="+mn-cs"/>
        </a:defRPr>
      </a:lvl7pPr>
      <a:lvl8pPr marL="11340046" indent="-756003" algn="l" defTabSz="3024012" rtl="0" eaLnBrk="1" latinLnBrk="0" hangingPunct="1">
        <a:lnSpc>
          <a:spcPct val="90000"/>
        </a:lnSpc>
        <a:spcBef>
          <a:spcPts val="1654"/>
        </a:spcBef>
        <a:buFont typeface="Arial" panose="020B0604020202020204" pitchFamily="34" charset="0"/>
        <a:buChar char="•"/>
        <a:defRPr sz="5953" kern="1200">
          <a:solidFill>
            <a:schemeClr val="tx1"/>
          </a:solidFill>
          <a:latin typeface="+mn-lt"/>
          <a:ea typeface="+mn-ea"/>
          <a:cs typeface="+mn-cs"/>
        </a:defRPr>
      </a:lvl8pPr>
      <a:lvl9pPr marL="12852052" indent="-756003" algn="l" defTabSz="3024012" rtl="0" eaLnBrk="1" latinLnBrk="0" hangingPunct="1">
        <a:lnSpc>
          <a:spcPct val="90000"/>
        </a:lnSpc>
        <a:spcBef>
          <a:spcPts val="1654"/>
        </a:spcBef>
        <a:buFont typeface="Arial" panose="020B0604020202020204" pitchFamily="34" charset="0"/>
        <a:buChar char="•"/>
        <a:defRPr sz="5953" kern="1200">
          <a:solidFill>
            <a:schemeClr val="tx1"/>
          </a:solidFill>
          <a:latin typeface="+mn-lt"/>
          <a:ea typeface="+mn-ea"/>
          <a:cs typeface="+mn-cs"/>
        </a:defRPr>
      </a:lvl9pPr>
    </p:bodyStyle>
    <p:otherStyle>
      <a:defPPr>
        <a:defRPr lang="en-US"/>
      </a:defPPr>
      <a:lvl1pPr marL="0" algn="l" defTabSz="3024012" rtl="0" eaLnBrk="1" latinLnBrk="0" hangingPunct="1">
        <a:defRPr sz="5953" kern="1200">
          <a:solidFill>
            <a:schemeClr val="tx1"/>
          </a:solidFill>
          <a:latin typeface="+mn-lt"/>
          <a:ea typeface="+mn-ea"/>
          <a:cs typeface="+mn-cs"/>
        </a:defRPr>
      </a:lvl1pPr>
      <a:lvl2pPr marL="1512006" algn="l" defTabSz="3024012" rtl="0" eaLnBrk="1" latinLnBrk="0" hangingPunct="1">
        <a:defRPr sz="5953" kern="1200">
          <a:solidFill>
            <a:schemeClr val="tx1"/>
          </a:solidFill>
          <a:latin typeface="+mn-lt"/>
          <a:ea typeface="+mn-ea"/>
          <a:cs typeface="+mn-cs"/>
        </a:defRPr>
      </a:lvl2pPr>
      <a:lvl3pPr marL="3024012" algn="l" defTabSz="3024012" rtl="0" eaLnBrk="1" latinLnBrk="0" hangingPunct="1">
        <a:defRPr sz="5953" kern="1200">
          <a:solidFill>
            <a:schemeClr val="tx1"/>
          </a:solidFill>
          <a:latin typeface="+mn-lt"/>
          <a:ea typeface="+mn-ea"/>
          <a:cs typeface="+mn-cs"/>
        </a:defRPr>
      </a:lvl3pPr>
      <a:lvl4pPr marL="4536018" algn="l" defTabSz="3024012" rtl="0" eaLnBrk="1" latinLnBrk="0" hangingPunct="1">
        <a:defRPr sz="5953" kern="1200">
          <a:solidFill>
            <a:schemeClr val="tx1"/>
          </a:solidFill>
          <a:latin typeface="+mn-lt"/>
          <a:ea typeface="+mn-ea"/>
          <a:cs typeface="+mn-cs"/>
        </a:defRPr>
      </a:lvl4pPr>
      <a:lvl5pPr marL="6048024" algn="l" defTabSz="3024012" rtl="0" eaLnBrk="1" latinLnBrk="0" hangingPunct="1">
        <a:defRPr sz="5953" kern="1200">
          <a:solidFill>
            <a:schemeClr val="tx1"/>
          </a:solidFill>
          <a:latin typeface="+mn-lt"/>
          <a:ea typeface="+mn-ea"/>
          <a:cs typeface="+mn-cs"/>
        </a:defRPr>
      </a:lvl5pPr>
      <a:lvl6pPr marL="7560031" algn="l" defTabSz="3024012" rtl="0" eaLnBrk="1" latinLnBrk="0" hangingPunct="1">
        <a:defRPr sz="5953" kern="1200">
          <a:solidFill>
            <a:schemeClr val="tx1"/>
          </a:solidFill>
          <a:latin typeface="+mn-lt"/>
          <a:ea typeface="+mn-ea"/>
          <a:cs typeface="+mn-cs"/>
        </a:defRPr>
      </a:lvl6pPr>
      <a:lvl7pPr marL="9072037" algn="l" defTabSz="3024012" rtl="0" eaLnBrk="1" latinLnBrk="0" hangingPunct="1">
        <a:defRPr sz="5953" kern="1200">
          <a:solidFill>
            <a:schemeClr val="tx1"/>
          </a:solidFill>
          <a:latin typeface="+mn-lt"/>
          <a:ea typeface="+mn-ea"/>
          <a:cs typeface="+mn-cs"/>
        </a:defRPr>
      </a:lvl7pPr>
      <a:lvl8pPr marL="10584043" algn="l" defTabSz="3024012" rtl="0" eaLnBrk="1" latinLnBrk="0" hangingPunct="1">
        <a:defRPr sz="5953" kern="1200">
          <a:solidFill>
            <a:schemeClr val="tx1"/>
          </a:solidFill>
          <a:latin typeface="+mn-lt"/>
          <a:ea typeface="+mn-ea"/>
          <a:cs typeface="+mn-cs"/>
        </a:defRPr>
      </a:lvl8pPr>
      <a:lvl9pPr marL="12096049" algn="l" defTabSz="3024012" rtl="0" eaLnBrk="1" latinLnBrk="0" hangingPunct="1">
        <a:defRPr sz="5953"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png"/><Relationship Id="rId7" Type="http://schemas.openxmlformats.org/officeDocument/2006/relationships/image" Target="../media/image4.png"/><Relationship Id="rId12"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3.png"/><Relationship Id="rId11" Type="http://schemas.openxmlformats.org/officeDocument/2006/relationships/image" Target="../media/image8.png"/><Relationship Id="rId5" Type="http://schemas.openxmlformats.org/officeDocument/2006/relationships/image" Target="../media/image2.png"/><Relationship Id="rId10" Type="http://schemas.openxmlformats.org/officeDocument/2006/relationships/image" Target="../media/image7.png"/><Relationship Id="rId4" Type="http://schemas.microsoft.com/office/2007/relationships/hdphoto" Target="../media/hdphoto1.wdp"/><Relationship Id="rId9"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E557E518-F47A-8121-66D6-54409ECE8EFE}"/>
              </a:ext>
            </a:extLst>
          </p:cNvPr>
          <p:cNvSpPr/>
          <p:nvPr/>
        </p:nvSpPr>
        <p:spPr>
          <a:xfrm>
            <a:off x="-61680" y="40691924"/>
            <a:ext cx="30240288" cy="2300750"/>
          </a:xfrm>
          <a:prstGeom prst="rect">
            <a:avLst/>
          </a:prstGeom>
          <a:solidFill>
            <a:schemeClr val="accent2">
              <a:lumMod val="20000"/>
              <a:lumOff val="80000"/>
            </a:schemeClr>
          </a:solidFill>
          <a:ln>
            <a:solidFill>
              <a:srgbClr val="D798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noProof="1">
              <a:solidFill>
                <a:schemeClr val="tx1"/>
              </a:solidFill>
              <a:latin typeface="Arial" panose="020B0604020202020204" pitchFamily="34" charset="0"/>
              <a:cs typeface="Arial" panose="020B0604020202020204" pitchFamily="34" charset="0"/>
            </a:endParaRPr>
          </a:p>
        </p:txBody>
      </p:sp>
      <p:sp>
        <p:nvSpPr>
          <p:cNvPr id="7" name="Rectangle 6">
            <a:extLst>
              <a:ext uri="{FF2B5EF4-FFF2-40B4-BE49-F238E27FC236}">
                <a16:creationId xmlns:a16="http://schemas.microsoft.com/office/drawing/2014/main" id="{EFD56441-A910-A3E0-EB1F-A8AB6A31DE40}"/>
              </a:ext>
            </a:extLst>
          </p:cNvPr>
          <p:cNvSpPr/>
          <p:nvPr/>
        </p:nvSpPr>
        <p:spPr>
          <a:xfrm>
            <a:off x="1" y="0"/>
            <a:ext cx="23880771" cy="2752225"/>
          </a:xfrm>
          <a:prstGeom prst="rect">
            <a:avLst/>
          </a:prstGeom>
          <a:solidFill>
            <a:srgbClr val="D79831"/>
          </a:solidFill>
          <a:ln>
            <a:solidFill>
              <a:srgbClr val="D798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200" b="1" noProof="1">
                <a:latin typeface="Arial" panose="020B0604020202020204" pitchFamily="34" charset="0"/>
                <a:cs typeface="Arial" panose="020B0604020202020204" pitchFamily="34" charset="0"/>
              </a:rPr>
              <a:t>Final Project in NT230 course– Malware’s Modus Operandi</a:t>
            </a:r>
          </a:p>
        </p:txBody>
      </p:sp>
      <p:sp>
        <p:nvSpPr>
          <p:cNvPr id="6" name="Rectangle 5">
            <a:extLst>
              <a:ext uri="{FF2B5EF4-FFF2-40B4-BE49-F238E27FC236}">
                <a16:creationId xmlns:a16="http://schemas.microsoft.com/office/drawing/2014/main" id="{0A102773-D0EB-FC6C-A9B5-B146F53154EA}"/>
              </a:ext>
            </a:extLst>
          </p:cNvPr>
          <p:cNvSpPr/>
          <p:nvPr/>
        </p:nvSpPr>
        <p:spPr>
          <a:xfrm>
            <a:off x="0" y="2567874"/>
            <a:ext cx="30240288" cy="651374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1">
              <a:solidFill>
                <a:schemeClr val="accent2">
                  <a:lumMod val="60000"/>
                  <a:lumOff val="40000"/>
                </a:schemeClr>
              </a:solidFill>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D005331B-7E15-EB56-E2ED-B5426C04F62B}"/>
              </a:ext>
            </a:extLst>
          </p:cNvPr>
          <p:cNvSpPr txBox="1"/>
          <p:nvPr/>
        </p:nvSpPr>
        <p:spPr>
          <a:xfrm>
            <a:off x="2072469" y="2752225"/>
            <a:ext cx="27040114" cy="2695738"/>
          </a:xfrm>
          <a:prstGeom prst="rect">
            <a:avLst/>
          </a:prstGeom>
          <a:noFill/>
        </p:spPr>
        <p:txBody>
          <a:bodyPr wrap="square" lIns="91440" tIns="45720" rIns="91440" bIns="45720" anchor="t">
            <a:spAutoFit/>
          </a:bodyPr>
          <a:lstStyle/>
          <a:p>
            <a:pPr algn="ctr">
              <a:lnSpc>
                <a:spcPct val="110000"/>
              </a:lnSpc>
            </a:pPr>
            <a:r>
              <a:rPr lang="en-US" sz="8000" b="1" noProof="1">
                <a:solidFill>
                  <a:schemeClr val="bg1"/>
                </a:solidFill>
                <a:latin typeface="Arial" panose="020B0604020202020204" pitchFamily="34" charset="0"/>
                <a:cs typeface="Arial" panose="020B0604020202020204" pitchFamily="34" charset="0"/>
              </a:rPr>
              <a:t>Windows Malware Detection: A research of evasion and detection techniques</a:t>
            </a:r>
            <a:endParaRPr lang="vi-VN" dirty="0">
              <a:solidFill>
                <a:schemeClr val="bg1"/>
              </a:solidFill>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131ECDEE-9B04-1567-3B42-19C2B2CECB8A}"/>
              </a:ext>
            </a:extLst>
          </p:cNvPr>
          <p:cNvSpPr txBox="1"/>
          <p:nvPr/>
        </p:nvSpPr>
        <p:spPr>
          <a:xfrm>
            <a:off x="61680" y="6401036"/>
            <a:ext cx="30178608" cy="1646605"/>
          </a:xfrm>
          <a:prstGeom prst="rect">
            <a:avLst/>
          </a:prstGeom>
          <a:noFill/>
        </p:spPr>
        <p:txBody>
          <a:bodyPr wrap="square" lIns="91440" tIns="45720" rIns="91440" bIns="45720" anchor="t">
            <a:spAutoFit/>
          </a:bodyPr>
          <a:lstStyle/>
          <a:p>
            <a:pPr algn="ctr">
              <a:spcBef>
                <a:spcPts val="1200"/>
              </a:spcBef>
              <a:spcAft>
                <a:spcPts val="600"/>
              </a:spcAft>
            </a:pPr>
            <a:r>
              <a:rPr lang="en-US" sz="4300" noProof="1">
                <a:solidFill>
                  <a:schemeClr val="bg1"/>
                </a:solidFill>
                <a:latin typeface="Arial" panose="020B0604020202020204" pitchFamily="34" charset="0"/>
                <a:cs typeface="Arial" panose="020B0604020202020204" pitchFamily="34" charset="0"/>
              </a:rPr>
              <a:t>Thành viên nhóm: Nguyễn Ngọc Diệu Duyên (23520401), Đoàn Việt Khải(23520673), Nguyễn Hoàng Bảo Minh (23520938)</a:t>
            </a:r>
          </a:p>
          <a:p>
            <a:pPr algn="ctr">
              <a:spcBef>
                <a:spcPts val="1200"/>
              </a:spcBef>
              <a:spcAft>
                <a:spcPts val="600"/>
              </a:spcAft>
            </a:pPr>
            <a:r>
              <a:rPr lang="en-US" sz="4300" i="1" noProof="1">
                <a:solidFill>
                  <a:schemeClr val="bg1"/>
                </a:solidFill>
                <a:latin typeface="Arial" panose="020B0604020202020204" pitchFamily="34" charset="0"/>
                <a:cs typeface="Arial" panose="020B0604020202020204" pitchFamily="34" charset="0"/>
              </a:rPr>
              <a:t>Mã nhóm: G04, Mã đề tài: S17 Học kì: I Năm học: 2025 – 2026</a:t>
            </a:r>
          </a:p>
        </p:txBody>
      </p:sp>
      <p:sp>
        <p:nvSpPr>
          <p:cNvPr id="27" name="Rectangle 26">
            <a:extLst>
              <a:ext uri="{FF2B5EF4-FFF2-40B4-BE49-F238E27FC236}">
                <a16:creationId xmlns:a16="http://schemas.microsoft.com/office/drawing/2014/main" id="{4C1C8B38-6084-433B-AE48-73C5ACDA0981}"/>
              </a:ext>
            </a:extLst>
          </p:cNvPr>
          <p:cNvSpPr/>
          <p:nvPr/>
        </p:nvSpPr>
        <p:spPr>
          <a:xfrm>
            <a:off x="2565862" y="40691924"/>
            <a:ext cx="25328339" cy="2300750"/>
          </a:xfrm>
          <a:prstGeom prst="rect">
            <a:avLst/>
          </a:prstGeom>
          <a:solidFill>
            <a:schemeClr val="accent2">
              <a:lumMod val="60000"/>
              <a:lumOff val="40000"/>
            </a:schemeClr>
          </a:solidFill>
          <a:ln>
            <a:solidFill>
              <a:srgbClr val="D7983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3600" b="1" i="0" noProof="1">
                <a:solidFill>
                  <a:schemeClr val="tx1"/>
                </a:solidFill>
                <a:effectLst/>
                <a:latin typeface="Arial" panose="020B0604020202020204" pitchFamily="34" charset="0"/>
                <a:cs typeface="Arial" panose="020B0604020202020204" pitchFamily="34" charset="0"/>
              </a:rPr>
              <a:t>A project at NT230 course– Semester </a:t>
            </a:r>
            <a:r>
              <a:rPr lang="en-US" sz="3600" b="1" noProof="1">
                <a:solidFill>
                  <a:schemeClr val="tx1"/>
                </a:solidFill>
                <a:latin typeface="Arial" panose="020B0604020202020204" pitchFamily="34" charset="0"/>
                <a:cs typeface="Arial" panose="020B0604020202020204" pitchFamily="34" charset="0"/>
              </a:rPr>
              <a:t>1</a:t>
            </a:r>
            <a:r>
              <a:rPr lang="en-US" sz="3600" b="1" i="0" noProof="1">
                <a:solidFill>
                  <a:schemeClr val="tx1"/>
                </a:solidFill>
                <a:effectLst/>
                <a:latin typeface="Arial" panose="020B0604020202020204" pitchFamily="34" charset="0"/>
                <a:cs typeface="Arial" panose="020B0604020202020204" pitchFamily="34" charset="0"/>
              </a:rPr>
              <a:t> – School Year of </a:t>
            </a:r>
            <a:r>
              <a:rPr lang="en-US" sz="3600" b="1" noProof="1">
                <a:solidFill>
                  <a:schemeClr val="tx1"/>
                </a:solidFill>
                <a:latin typeface="Arial" panose="020B0604020202020204" pitchFamily="34" charset="0"/>
                <a:cs typeface="Arial" panose="020B0604020202020204" pitchFamily="34" charset="0"/>
              </a:rPr>
              <a:t>2025-2026</a:t>
            </a:r>
            <a:r>
              <a:rPr lang="en-US" sz="3600" b="1" i="0" noProof="1">
                <a:solidFill>
                  <a:schemeClr val="tx1"/>
                </a:solidFill>
                <a:effectLst/>
                <a:latin typeface="Arial" panose="020B0604020202020204" pitchFamily="34" charset="0"/>
                <a:cs typeface="Arial" panose="020B0604020202020204" pitchFamily="34" charset="0"/>
              </a:rPr>
              <a:t>, UIT-VNUHCM– Copyright: UIT InSecLab</a:t>
            </a:r>
            <a:endParaRPr lang="en-US" sz="3600" b="1" noProof="1">
              <a:solidFill>
                <a:schemeClr val="tx1"/>
              </a:solidFill>
              <a:latin typeface="Arial" panose="020B0604020202020204" pitchFamily="34" charset="0"/>
              <a:cs typeface="Arial" panose="020B0604020202020204" pitchFamily="34" charset="0"/>
            </a:endParaRPr>
          </a:p>
        </p:txBody>
      </p:sp>
      <p:grpSp>
        <p:nvGrpSpPr>
          <p:cNvPr id="16" name="Group 15">
            <a:extLst>
              <a:ext uri="{FF2B5EF4-FFF2-40B4-BE49-F238E27FC236}">
                <a16:creationId xmlns:a16="http://schemas.microsoft.com/office/drawing/2014/main" id="{62DD6C16-5D92-78DB-EB28-4E58B5CC6F0A}"/>
              </a:ext>
            </a:extLst>
          </p:cNvPr>
          <p:cNvGrpSpPr/>
          <p:nvPr/>
        </p:nvGrpSpPr>
        <p:grpSpPr>
          <a:xfrm>
            <a:off x="1322699" y="9493214"/>
            <a:ext cx="27674423" cy="6224857"/>
            <a:chOff x="1322699" y="9513319"/>
            <a:chExt cx="27674423" cy="6573914"/>
          </a:xfrm>
        </p:grpSpPr>
        <p:sp>
          <p:nvSpPr>
            <p:cNvPr id="20" name="Rectangle: Rounded Corners 19">
              <a:extLst>
                <a:ext uri="{FF2B5EF4-FFF2-40B4-BE49-F238E27FC236}">
                  <a16:creationId xmlns:a16="http://schemas.microsoft.com/office/drawing/2014/main" id="{F621A289-AE51-D273-82E5-52BC76507F56}"/>
                </a:ext>
              </a:extLst>
            </p:cNvPr>
            <p:cNvSpPr/>
            <p:nvPr/>
          </p:nvSpPr>
          <p:spPr>
            <a:xfrm>
              <a:off x="1322699" y="9513319"/>
              <a:ext cx="27674423" cy="6573914"/>
            </a:xfrm>
            <a:prstGeom prst="roundRect">
              <a:avLst>
                <a:gd name="adj" fmla="val 4156"/>
              </a:avLst>
            </a:prstGeom>
            <a:noFill/>
            <a:ln w="38100">
              <a:solidFill>
                <a:srgbClr val="D79831"/>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lIns="365760" tIns="0" rIns="365760" bIns="0" rtlCol="0" anchor="ctr"/>
            <a:lstStyle/>
            <a:p>
              <a:pPr algn="just">
                <a:lnSpc>
                  <a:spcPct val="150000"/>
                </a:lnSpc>
              </a:pPr>
              <a:r>
                <a:rPr lang="en-US" sz="5600" b="1" noProof="1">
                  <a:solidFill>
                    <a:srgbClr val="D79831"/>
                  </a:solidFill>
                  <a:latin typeface="Arial" panose="020B0604020202020204" pitchFamily="34" charset="0"/>
                  <a:cs typeface="Arial" panose="020B0604020202020204" pitchFamily="34" charset="0"/>
                </a:rPr>
                <a:t>Introduction</a:t>
              </a:r>
            </a:p>
            <a:p>
              <a:pPr algn="just">
                <a:lnSpc>
                  <a:spcPct val="150000"/>
                </a:lnSpc>
              </a:pPr>
              <a:r>
                <a:rPr lang="en-US" sz="4000" dirty="0">
                  <a:solidFill>
                    <a:schemeClr val="tx1"/>
                  </a:solidFill>
                  <a:latin typeface="Arial" panose="020B0604020202020204" pitchFamily="34" charset="0"/>
                  <a:cs typeface="Arial" panose="020B0604020202020204" pitchFamily="34" charset="0"/>
                </a:rPr>
                <a:t>Over the past decades, the volume of malware has increased rapidly, accompanied by growing complexity and sophistication. According to the 2023 SonicWall report, 172,146 previously unseen samples were discovered in a single year, averaging over 956 new variants per day. Traditional static analysis methods are easily bypassed by techniques such as Code Obfuscation, Packing, and Metamorphism. Consequently, recent dynamic analysis research has primarily focused on API names and their invocation frequencies.</a:t>
              </a:r>
              <a:endParaRPr lang="en-US" sz="3800" noProof="1">
                <a:solidFill>
                  <a:schemeClr val="tx1"/>
                </a:solidFill>
                <a:latin typeface="Arial" panose="020B0604020202020204" pitchFamily="34" charset="0"/>
                <a:cs typeface="Arial" panose="020B0604020202020204" pitchFamily="34" charset="0"/>
              </a:endParaRPr>
            </a:p>
          </p:txBody>
        </p:sp>
        <p:cxnSp>
          <p:nvCxnSpPr>
            <p:cNvPr id="28" name="Straight Connector 27">
              <a:extLst>
                <a:ext uri="{FF2B5EF4-FFF2-40B4-BE49-F238E27FC236}">
                  <a16:creationId xmlns:a16="http://schemas.microsoft.com/office/drawing/2014/main" id="{663A72C4-A871-28B2-5A1A-8669CBEC0907}"/>
                </a:ext>
              </a:extLst>
            </p:cNvPr>
            <p:cNvCxnSpPr>
              <a:cxnSpLocks/>
            </p:cNvCxnSpPr>
            <p:nvPr/>
          </p:nvCxnSpPr>
          <p:spPr>
            <a:xfrm>
              <a:off x="1794548" y="11167490"/>
              <a:ext cx="6142893" cy="0"/>
            </a:xfrm>
            <a:prstGeom prst="line">
              <a:avLst/>
            </a:prstGeom>
            <a:ln w="76200">
              <a:solidFill>
                <a:srgbClr val="D79831"/>
              </a:solidFill>
            </a:ln>
          </p:spPr>
          <p:style>
            <a:lnRef idx="1">
              <a:schemeClr val="accent1"/>
            </a:lnRef>
            <a:fillRef idx="0">
              <a:schemeClr val="accent1"/>
            </a:fillRef>
            <a:effectRef idx="0">
              <a:schemeClr val="accent1"/>
            </a:effectRef>
            <a:fontRef idx="minor">
              <a:schemeClr val="tx1"/>
            </a:fontRef>
          </p:style>
        </p:cxnSp>
      </p:grpSp>
      <p:grpSp>
        <p:nvGrpSpPr>
          <p:cNvPr id="15" name="Group 14">
            <a:extLst>
              <a:ext uri="{FF2B5EF4-FFF2-40B4-BE49-F238E27FC236}">
                <a16:creationId xmlns:a16="http://schemas.microsoft.com/office/drawing/2014/main" id="{E9F2699C-BD78-3D47-F7D4-8067439CE120}"/>
              </a:ext>
            </a:extLst>
          </p:cNvPr>
          <p:cNvGrpSpPr/>
          <p:nvPr/>
        </p:nvGrpSpPr>
        <p:grpSpPr>
          <a:xfrm>
            <a:off x="15674837" y="16229616"/>
            <a:ext cx="13305688" cy="10685843"/>
            <a:chOff x="15705611" y="18157803"/>
            <a:chExt cx="13305688" cy="8967555"/>
          </a:xfrm>
        </p:grpSpPr>
        <p:sp>
          <p:nvSpPr>
            <p:cNvPr id="23" name="Rectangle: Rounded Corners 22">
              <a:extLst>
                <a:ext uri="{FF2B5EF4-FFF2-40B4-BE49-F238E27FC236}">
                  <a16:creationId xmlns:a16="http://schemas.microsoft.com/office/drawing/2014/main" id="{2881F181-05E0-3ACE-E50D-65D40CD8C8D5}"/>
                </a:ext>
              </a:extLst>
            </p:cNvPr>
            <p:cNvSpPr/>
            <p:nvPr/>
          </p:nvSpPr>
          <p:spPr>
            <a:xfrm>
              <a:off x="15705611" y="18157803"/>
              <a:ext cx="13305688" cy="8967555"/>
            </a:xfrm>
            <a:prstGeom prst="roundRect">
              <a:avLst>
                <a:gd name="adj" fmla="val 4156"/>
              </a:avLst>
            </a:prstGeom>
            <a:noFill/>
            <a:ln w="38100">
              <a:solidFill>
                <a:srgbClr val="D79831"/>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lIns="365760" tIns="0" rIns="365760" bIns="0" rtlCol="0" anchor="ctr"/>
            <a:lstStyle/>
            <a:p>
              <a:pPr algn="just">
                <a:lnSpc>
                  <a:spcPct val="140000"/>
                </a:lnSpc>
                <a:spcBef>
                  <a:spcPts val="3000"/>
                </a:spcBef>
              </a:pPr>
              <a:endParaRPr lang="en-US" sz="2800" dirty="0">
                <a:solidFill>
                  <a:schemeClr val="tx1"/>
                </a:solidFill>
                <a:latin typeface="Arial" panose="020B0604020202020204" pitchFamily="34" charset="0"/>
                <a:cs typeface="Arial" panose="020B0604020202020204" pitchFamily="34" charset="0"/>
              </a:endParaRPr>
            </a:p>
            <a:p>
              <a:pPr>
                <a:lnSpc>
                  <a:spcPct val="150000"/>
                </a:lnSpc>
              </a:pPr>
              <a:r>
                <a:rPr lang="en-US" sz="3000" b="1" dirty="0">
                  <a:solidFill>
                    <a:schemeClr val="tx1"/>
                  </a:solidFill>
                  <a:latin typeface="Arial" panose="020B0604020202020204" pitchFamily="34" charset="0"/>
                  <a:cs typeface="Arial" panose="020B0604020202020204" pitchFamily="34" charset="0"/>
                </a:rPr>
                <a:t>Statement 1. API Documentation</a:t>
              </a:r>
            </a:p>
            <a:p>
              <a:pPr>
                <a:lnSpc>
                  <a:spcPct val="150000"/>
                </a:lnSpc>
              </a:pPr>
              <a:r>
                <a:rPr lang="en-US" sz="3000" dirty="0">
                  <a:solidFill>
                    <a:schemeClr val="tx1"/>
                  </a:solidFill>
                  <a:latin typeface="Arial" panose="020B0604020202020204" pitchFamily="34" charset="0"/>
                  <a:cs typeface="Arial" panose="020B0604020202020204" pitchFamily="34" charset="0"/>
                </a:rPr>
                <a:t>Used BeautifulSoup &amp; Selenium WebDriver to crawl API documentation and extracted names/descriptions.</a:t>
              </a:r>
            </a:p>
            <a:p>
              <a:pPr>
                <a:lnSpc>
                  <a:spcPct val="150000"/>
                </a:lnSpc>
              </a:pPr>
              <a:r>
                <a:rPr lang="en-US" sz="3000" b="1" dirty="0">
                  <a:solidFill>
                    <a:schemeClr val="tx1"/>
                  </a:solidFill>
                  <a:latin typeface="Arial" panose="020B0604020202020204" pitchFamily="34" charset="0"/>
                  <a:cs typeface="Arial" panose="020B0604020202020204" pitchFamily="34" charset="0"/>
                </a:rPr>
                <a:t>Statement 2. API Embedding </a:t>
              </a:r>
            </a:p>
            <a:p>
              <a:pPr>
                <a:lnSpc>
                  <a:spcPct val="150000"/>
                </a:lnSpc>
              </a:pPr>
              <a:r>
                <a:rPr lang="en-US" sz="3000" dirty="0">
                  <a:solidFill>
                    <a:schemeClr val="tx1"/>
                  </a:solidFill>
                  <a:latin typeface="Arial" panose="020B0604020202020204" pitchFamily="34" charset="0"/>
                  <a:cs typeface="Arial" panose="020B0604020202020204" pitchFamily="34" charset="0"/>
                </a:rPr>
                <a:t>Pre-trained on Masked Language Modeling (MLM) to capture API semantics.</a:t>
              </a:r>
            </a:p>
            <a:p>
              <a:pPr>
                <a:lnSpc>
                  <a:spcPct val="150000"/>
                </a:lnSpc>
              </a:pPr>
              <a:r>
                <a:rPr lang="en-US" sz="3000" dirty="0">
                  <a:solidFill>
                    <a:schemeClr val="tx1"/>
                  </a:solidFill>
                  <a:latin typeface="Arial" panose="020B0604020202020204" pitchFamily="34" charset="0"/>
                  <a:cs typeface="Arial" panose="020B0604020202020204" pitchFamily="34" charset="0"/>
                </a:rPr>
                <a:t>Generated API Embedding from the Last Hidden Layer of BERT.</a:t>
              </a:r>
            </a:p>
            <a:p>
              <a:pPr>
                <a:lnSpc>
                  <a:spcPct val="150000"/>
                </a:lnSpc>
              </a:pPr>
              <a:r>
                <a:rPr lang="en-US" sz="3000" b="1" dirty="0">
                  <a:solidFill>
                    <a:schemeClr val="tx1"/>
                  </a:solidFill>
                  <a:latin typeface="Arial" panose="020B0604020202020204" pitchFamily="34" charset="0"/>
                  <a:cs typeface="Arial" panose="020B0604020202020204" pitchFamily="34" charset="0"/>
                </a:rPr>
                <a:t>Statement 3. API Graph Construction</a:t>
              </a:r>
            </a:p>
            <a:p>
              <a:pPr>
                <a:lnSpc>
                  <a:spcPct val="150000"/>
                </a:lnSpc>
              </a:pPr>
              <a:r>
                <a:rPr lang="en-US" sz="3000" dirty="0">
                  <a:solidFill>
                    <a:schemeClr val="tx1"/>
                  </a:solidFill>
                  <a:latin typeface="Arial" panose="020B0604020202020204" pitchFamily="34" charset="0"/>
                  <a:cs typeface="Arial" panose="020B0604020202020204" pitchFamily="34" charset="0"/>
                </a:rPr>
                <a:t>Represented unique APIs as nodes and consecutive call sequences as edges, mapping the API Embedding to each node.</a:t>
              </a:r>
            </a:p>
            <a:p>
              <a:pPr>
                <a:lnSpc>
                  <a:spcPct val="150000"/>
                </a:lnSpc>
              </a:pPr>
              <a:r>
                <a:rPr lang="en-US" sz="3000" b="1" dirty="0">
                  <a:solidFill>
                    <a:schemeClr val="tx1"/>
                  </a:solidFill>
                  <a:latin typeface="Arial" panose="020B0604020202020204" pitchFamily="34" charset="0"/>
                  <a:cs typeface="Arial" panose="020B0604020202020204" pitchFamily="34" charset="0"/>
                </a:rPr>
                <a:t>Statement 4. GAT Classifier</a:t>
              </a:r>
            </a:p>
            <a:p>
              <a:pPr>
                <a:lnSpc>
                  <a:spcPct val="150000"/>
                </a:lnSpc>
              </a:pPr>
              <a:r>
                <a:rPr lang="en-US" sz="3000" dirty="0">
                  <a:solidFill>
                    <a:schemeClr val="tx1"/>
                  </a:solidFill>
                  <a:latin typeface="Arial" panose="020B0604020202020204" pitchFamily="34" charset="0"/>
                  <a:cs typeface="Arial" panose="020B0604020202020204" pitchFamily="34" charset="0"/>
                </a:rPr>
                <a:t>Extracted structural features using Multi-head Attention and weighted message-passing to accurately classify programs as malicious or benign.</a:t>
              </a:r>
            </a:p>
          </p:txBody>
        </p:sp>
        <p:cxnSp>
          <p:nvCxnSpPr>
            <p:cNvPr id="29" name="Straight Connector 28">
              <a:extLst>
                <a:ext uri="{FF2B5EF4-FFF2-40B4-BE49-F238E27FC236}">
                  <a16:creationId xmlns:a16="http://schemas.microsoft.com/office/drawing/2014/main" id="{D6147EE8-507B-830E-DB8D-4A14DF79D93B}"/>
                </a:ext>
              </a:extLst>
            </p:cNvPr>
            <p:cNvCxnSpPr/>
            <p:nvPr/>
          </p:nvCxnSpPr>
          <p:spPr>
            <a:xfrm>
              <a:off x="16215562" y="18972850"/>
              <a:ext cx="6142893" cy="0"/>
            </a:xfrm>
            <a:prstGeom prst="line">
              <a:avLst/>
            </a:prstGeom>
            <a:ln w="76200">
              <a:solidFill>
                <a:srgbClr val="D79831"/>
              </a:solidFill>
            </a:ln>
          </p:spPr>
          <p:style>
            <a:lnRef idx="1">
              <a:schemeClr val="accent1"/>
            </a:lnRef>
            <a:fillRef idx="0">
              <a:schemeClr val="accent1"/>
            </a:fillRef>
            <a:effectRef idx="0">
              <a:schemeClr val="accent1"/>
            </a:effectRef>
            <a:fontRef idx="minor">
              <a:schemeClr val="tx1"/>
            </a:fontRef>
          </p:style>
        </p:cxnSp>
      </p:grpSp>
      <p:grpSp>
        <p:nvGrpSpPr>
          <p:cNvPr id="30" name="Group 29">
            <a:extLst>
              <a:ext uri="{FF2B5EF4-FFF2-40B4-BE49-F238E27FC236}">
                <a16:creationId xmlns:a16="http://schemas.microsoft.com/office/drawing/2014/main" id="{5F388DCE-CB06-1037-CC77-490A9FE370BC}"/>
              </a:ext>
            </a:extLst>
          </p:cNvPr>
          <p:cNvGrpSpPr/>
          <p:nvPr/>
        </p:nvGrpSpPr>
        <p:grpSpPr>
          <a:xfrm>
            <a:off x="1322697" y="27125359"/>
            <a:ext cx="13949053" cy="12962691"/>
            <a:chOff x="47069212" y="21377506"/>
            <a:chExt cx="13936671" cy="10717400"/>
          </a:xfrm>
        </p:grpSpPr>
        <p:sp>
          <p:nvSpPr>
            <p:cNvPr id="24" name="Rectangle: Rounded Corners 23">
              <a:extLst>
                <a:ext uri="{FF2B5EF4-FFF2-40B4-BE49-F238E27FC236}">
                  <a16:creationId xmlns:a16="http://schemas.microsoft.com/office/drawing/2014/main" id="{3F4D83CD-82DF-F52D-D740-44681AE8DD1D}"/>
                </a:ext>
              </a:extLst>
            </p:cNvPr>
            <p:cNvSpPr/>
            <p:nvPr/>
          </p:nvSpPr>
          <p:spPr>
            <a:xfrm>
              <a:off x="47069212" y="21377506"/>
              <a:ext cx="13936671" cy="10717400"/>
            </a:xfrm>
            <a:prstGeom prst="roundRect">
              <a:avLst>
                <a:gd name="adj" fmla="val 4156"/>
              </a:avLst>
            </a:prstGeom>
            <a:noFill/>
            <a:ln w="38100">
              <a:solidFill>
                <a:srgbClr val="D79831"/>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lIns="365760" tIns="0" rIns="365760" bIns="0" rtlCol="0" anchor="ctr"/>
            <a:lstStyle/>
            <a:p>
              <a:pPr lvl="0"/>
              <a:endParaRPr lang="en-US" sz="3000" dirty="0">
                <a:solidFill>
                  <a:schemeClr val="tx1"/>
                </a:solidFill>
                <a:latin typeface="Arial" panose="020B0604020202020204" pitchFamily="34" charset="0"/>
                <a:cs typeface="Arial" panose="020B0604020202020204" pitchFamily="34" charset="0"/>
              </a:endParaRPr>
            </a:p>
            <a:p>
              <a:pPr lvl="0"/>
              <a:endParaRPr lang="en-US" sz="3000" dirty="0">
                <a:solidFill>
                  <a:schemeClr val="tx1"/>
                </a:solidFill>
                <a:latin typeface="Arial" panose="020B0604020202020204" pitchFamily="34" charset="0"/>
                <a:cs typeface="Arial" panose="020B0604020202020204" pitchFamily="34" charset="0"/>
              </a:endParaRPr>
            </a:p>
            <a:p>
              <a:pPr lvl="0"/>
              <a:endParaRPr lang="en-US" sz="3000" dirty="0">
                <a:solidFill>
                  <a:schemeClr val="tx1"/>
                </a:solidFill>
                <a:latin typeface="Arial" panose="020B0604020202020204" pitchFamily="34" charset="0"/>
                <a:cs typeface="Arial" panose="020B0604020202020204" pitchFamily="34" charset="0"/>
              </a:endParaRPr>
            </a:p>
            <a:p>
              <a:pPr lvl="0"/>
              <a:endParaRPr lang="en-US" sz="3000" dirty="0">
                <a:solidFill>
                  <a:schemeClr val="tx1"/>
                </a:solidFill>
                <a:latin typeface="Arial" panose="020B0604020202020204" pitchFamily="34" charset="0"/>
                <a:cs typeface="Arial" panose="020B0604020202020204" pitchFamily="34" charset="0"/>
              </a:endParaRPr>
            </a:p>
            <a:p>
              <a:pPr>
                <a:lnSpc>
                  <a:spcPct val="120000"/>
                </a:lnSpc>
                <a:spcAft>
                  <a:spcPts val="200"/>
                </a:spcAft>
              </a:pPr>
              <a:r>
                <a:rPr lang="en-US" sz="3000" b="1" dirty="0">
                  <a:solidFill>
                    <a:schemeClr val="tx1"/>
                  </a:solidFill>
                  <a:latin typeface="Arial" panose="020B0604020202020204" pitchFamily="34" charset="0"/>
                  <a:cs typeface="Arial" panose="020B0604020202020204" pitchFamily="34" charset="0"/>
                </a:rPr>
                <a:t>Result 1: Execution Flow</a:t>
              </a:r>
            </a:p>
            <a:p>
              <a:pPr marL="457200" indent="-457200">
                <a:lnSpc>
                  <a:spcPct val="120000"/>
                </a:lnSpc>
                <a:spcAft>
                  <a:spcPts val="200"/>
                </a:spcAft>
                <a:buFont typeface="Wingdings" panose="05000000000000000000" pitchFamily="2" charset="2"/>
                <a:buChar char="§"/>
              </a:pPr>
              <a:r>
                <a:rPr lang="en-US" sz="3000" b="1" dirty="0">
                  <a:solidFill>
                    <a:schemeClr val="tx1"/>
                  </a:solidFill>
                  <a:latin typeface="Arial" panose="020B0604020202020204" pitchFamily="34" charset="0"/>
                  <a:cs typeface="Arial" panose="020B0604020202020204" pitchFamily="34" charset="0"/>
                </a:rPr>
                <a:t>Description</a:t>
              </a:r>
              <a:r>
                <a:rPr lang="en-US" sz="3000" dirty="0">
                  <a:solidFill>
                    <a:schemeClr val="tx1"/>
                  </a:solidFill>
                  <a:latin typeface="Arial" panose="020B0604020202020204" pitchFamily="34" charset="0"/>
                  <a:cs typeface="Arial" panose="020B0604020202020204" pitchFamily="34" charset="0"/>
                </a:rPr>
                <a:t>: This setup reproduced the main execution flow, focusing on performance comparison between </a:t>
              </a:r>
              <a:r>
                <a:rPr lang="en-US" sz="3000" dirty="0" err="1">
                  <a:solidFill>
                    <a:schemeClr val="tx1"/>
                  </a:solidFill>
                  <a:latin typeface="Arial" panose="020B0604020202020204" pitchFamily="34" charset="0"/>
                  <a:cs typeface="Arial" panose="020B0604020202020204" pitchFamily="34" charset="0"/>
                </a:rPr>
                <a:t>BERT</a:t>
              </a:r>
              <a:r>
                <a:rPr lang="en-US" sz="3000" baseline="-25000" dirty="0" err="1">
                  <a:solidFill>
                    <a:schemeClr val="tx1"/>
                  </a:solidFill>
                  <a:latin typeface="Arial" panose="020B0604020202020204" pitchFamily="34" charset="0"/>
                  <a:cs typeface="Arial" panose="020B0604020202020204" pitchFamily="34" charset="0"/>
                </a:rPr>
                <a:t>base</a:t>
              </a:r>
              <a:r>
                <a:rPr lang="en-US" sz="3000" dirty="0">
                  <a:solidFill>
                    <a:schemeClr val="tx1"/>
                  </a:solidFill>
                  <a:latin typeface="Arial" panose="020B0604020202020204" pitchFamily="34" charset="0"/>
                  <a:cs typeface="Arial" panose="020B0604020202020204" pitchFamily="34" charset="0"/>
                </a:rPr>
                <a:t>  and </a:t>
              </a:r>
              <a:r>
                <a:rPr lang="en-US" sz="3000" dirty="0" err="1">
                  <a:solidFill>
                    <a:schemeClr val="tx1"/>
                  </a:solidFill>
                  <a:latin typeface="Arial" panose="020B0604020202020204" pitchFamily="34" charset="0"/>
                  <a:cs typeface="Arial" panose="020B0604020202020204" pitchFamily="34" charset="0"/>
                </a:rPr>
                <a:t>BERT</a:t>
              </a:r>
              <a:r>
                <a:rPr lang="en-US" sz="3000" baseline="-25000" dirty="0" err="1">
                  <a:solidFill>
                    <a:schemeClr val="tx1"/>
                  </a:solidFill>
                  <a:latin typeface="Arial" panose="020B0604020202020204" pitchFamily="34" charset="0"/>
                  <a:cs typeface="Arial" panose="020B0604020202020204" pitchFamily="34" charset="0"/>
                </a:rPr>
                <a:t>small</a:t>
              </a:r>
              <a:r>
                <a:rPr lang="en-US" sz="3000" dirty="0">
                  <a:solidFill>
                    <a:schemeClr val="tx1"/>
                  </a:solidFill>
                  <a:latin typeface="Arial" panose="020B0604020202020204" pitchFamily="34" charset="0"/>
                  <a:cs typeface="Arial" panose="020B0604020202020204" pitchFamily="34" charset="0"/>
                </a:rPr>
                <a:t>  across the MalBehavD-V1, PE_APICALLS, and APIMDS datasets.</a:t>
              </a:r>
            </a:p>
            <a:p>
              <a:pPr marL="457200" indent="-457200">
                <a:lnSpc>
                  <a:spcPct val="120000"/>
                </a:lnSpc>
                <a:spcAft>
                  <a:spcPts val="200"/>
                </a:spcAft>
                <a:buFont typeface="Wingdings" panose="05000000000000000000" pitchFamily="2" charset="2"/>
                <a:buChar char="§"/>
              </a:pPr>
              <a:r>
                <a:rPr lang="en-US" sz="3000" b="1" dirty="0">
                  <a:solidFill>
                    <a:schemeClr val="tx1"/>
                  </a:solidFill>
                  <a:latin typeface="Arial" panose="020B0604020202020204" pitchFamily="34" charset="0"/>
                  <a:cs typeface="Arial" panose="020B0604020202020204" pitchFamily="34" charset="0"/>
                </a:rPr>
                <a:t>Results</a:t>
              </a:r>
              <a:r>
                <a:rPr lang="en-US" sz="3000" dirty="0">
                  <a:solidFill>
                    <a:schemeClr val="tx1"/>
                  </a:solidFill>
                  <a:latin typeface="Arial" panose="020B0604020202020204" pitchFamily="34" charset="0"/>
                  <a:cs typeface="Arial" panose="020B0604020202020204" pitchFamily="34" charset="0"/>
                </a:rPr>
                <a:t>: Upgrading to </a:t>
              </a:r>
              <a:r>
                <a:rPr lang="en-US" sz="3000" dirty="0" err="1">
                  <a:solidFill>
                    <a:schemeClr val="tx1"/>
                  </a:solidFill>
                  <a:latin typeface="Arial" panose="020B0604020202020204" pitchFamily="34" charset="0"/>
                  <a:cs typeface="Arial" panose="020B0604020202020204" pitchFamily="34" charset="0"/>
                </a:rPr>
                <a:t>BERT</a:t>
              </a:r>
              <a:r>
                <a:rPr lang="en-US" sz="3000" baseline="-25000" dirty="0" err="1">
                  <a:solidFill>
                    <a:schemeClr val="tx1"/>
                  </a:solidFill>
                  <a:latin typeface="Arial" panose="020B0604020202020204" pitchFamily="34" charset="0"/>
                  <a:cs typeface="Arial" panose="020B0604020202020204" pitchFamily="34" charset="0"/>
                </a:rPr>
                <a:t>base</a:t>
              </a:r>
              <a:r>
                <a:rPr lang="en-US" sz="3000" dirty="0">
                  <a:solidFill>
                    <a:schemeClr val="tx1"/>
                  </a:solidFill>
                  <a:latin typeface="Arial" panose="020B0604020202020204" pitchFamily="34" charset="0"/>
                  <a:cs typeface="Arial" panose="020B0604020202020204" pitchFamily="34" charset="0"/>
                </a:rPr>
                <a:t> improved overall metrics by 2.5% - 4.7% on MalBehavD-V1. The model achieved 100% precision on PE_APICALLS and reached 100% across all metrics on APIMDS.</a:t>
              </a:r>
            </a:p>
            <a:p>
              <a:pPr>
                <a:lnSpc>
                  <a:spcPct val="120000"/>
                </a:lnSpc>
                <a:spcAft>
                  <a:spcPts val="200"/>
                </a:spcAft>
              </a:pPr>
              <a:r>
                <a:rPr lang="en-US" sz="3000" b="1" dirty="0">
                  <a:solidFill>
                    <a:schemeClr val="tx1"/>
                  </a:solidFill>
                  <a:latin typeface="Arial" panose="020B0604020202020204" pitchFamily="34" charset="0"/>
                  <a:cs typeface="Arial" panose="020B0604020202020204" pitchFamily="34" charset="0"/>
                </a:rPr>
                <a:t>Result 2: Comparison with baseline and hybrid models</a:t>
              </a:r>
            </a:p>
            <a:p>
              <a:pPr marL="457200" indent="-457200">
                <a:lnSpc>
                  <a:spcPct val="120000"/>
                </a:lnSpc>
                <a:spcAft>
                  <a:spcPts val="200"/>
                </a:spcAft>
                <a:buFont typeface="Wingdings" panose="05000000000000000000" pitchFamily="2" charset="2"/>
                <a:buChar char="§"/>
              </a:pPr>
              <a:r>
                <a:rPr lang="en-US" sz="3000" b="1" dirty="0">
                  <a:solidFill>
                    <a:schemeClr val="tx1"/>
                  </a:solidFill>
                  <a:latin typeface="Arial" panose="020B0604020202020204" pitchFamily="34" charset="0"/>
                  <a:cs typeface="Arial" panose="020B0604020202020204" pitchFamily="34" charset="0"/>
                </a:rPr>
                <a:t>Description</a:t>
              </a:r>
              <a:r>
                <a:rPr lang="en-US" sz="3000" dirty="0">
                  <a:solidFill>
                    <a:schemeClr val="tx1"/>
                  </a:solidFill>
                  <a:latin typeface="Arial" panose="020B0604020202020204" pitchFamily="34" charset="0"/>
                  <a:cs typeface="Arial" panose="020B0604020202020204" pitchFamily="34" charset="0"/>
                </a:rPr>
                <a:t>: A analysis was conducted between </a:t>
              </a:r>
              <a:r>
                <a:rPr lang="en-US" sz="3000" dirty="0" err="1">
                  <a:solidFill>
                    <a:schemeClr val="tx1"/>
                  </a:solidFill>
                  <a:latin typeface="Arial" panose="020B0604020202020204" pitchFamily="34" charset="0"/>
                  <a:cs typeface="Arial" panose="020B0604020202020204" pitchFamily="34" charset="0"/>
                </a:rPr>
                <a:t>DawnGNN</a:t>
              </a:r>
              <a:r>
                <a:rPr lang="en-US" sz="3000" dirty="0">
                  <a:solidFill>
                    <a:schemeClr val="tx1"/>
                  </a:solidFill>
                  <a:latin typeface="Arial" panose="020B0604020202020204" pitchFamily="34" charset="0"/>
                  <a:cs typeface="Arial" panose="020B0604020202020204" pitchFamily="34" charset="0"/>
                </a:rPr>
                <a:t> (</a:t>
              </a:r>
              <a:r>
                <a:rPr lang="en-US" sz="3000" dirty="0" err="1">
                  <a:solidFill>
                    <a:schemeClr val="tx1"/>
                  </a:solidFill>
                  <a:latin typeface="Arial" panose="020B0604020202020204" pitchFamily="34" charset="0"/>
                  <a:cs typeface="Arial" panose="020B0604020202020204" pitchFamily="34" charset="0"/>
                </a:rPr>
                <a:t>BERT</a:t>
              </a:r>
              <a:r>
                <a:rPr lang="en-US" sz="3000" baseline="-25000" dirty="0" err="1">
                  <a:solidFill>
                    <a:schemeClr val="tx1"/>
                  </a:solidFill>
                  <a:latin typeface="Arial" panose="020B0604020202020204" pitchFamily="34" charset="0"/>
                  <a:cs typeface="Arial" panose="020B0604020202020204" pitchFamily="34" charset="0"/>
                </a:rPr>
                <a:t>base</a:t>
              </a:r>
              <a:r>
                <a:rPr lang="en-US" sz="3000" dirty="0">
                  <a:solidFill>
                    <a:schemeClr val="tx1"/>
                  </a:solidFill>
                  <a:latin typeface="Arial" panose="020B0604020202020204" pitchFamily="34" charset="0"/>
                  <a:cs typeface="Arial" panose="020B0604020202020204" pitchFamily="34" charset="0"/>
                </a:rPr>
                <a:t> + GAT), GNN algorithms (GCN, GIN), and hybrid models such as Word2Vec + GAT and </a:t>
              </a:r>
              <a:r>
                <a:rPr lang="en-US" sz="3000" dirty="0" err="1">
                  <a:solidFill>
                    <a:schemeClr val="tx1"/>
                  </a:solidFill>
                  <a:latin typeface="Arial" panose="020B0604020202020204" pitchFamily="34" charset="0"/>
                  <a:cs typeface="Arial" panose="020B0604020202020204" pitchFamily="34" charset="0"/>
                </a:rPr>
                <a:t>BERT</a:t>
              </a:r>
              <a:r>
                <a:rPr lang="en-US" sz="3000" baseline="-25000" dirty="0" err="1">
                  <a:solidFill>
                    <a:schemeClr val="tx1"/>
                  </a:solidFill>
                  <a:latin typeface="Arial" panose="020B0604020202020204" pitchFamily="34" charset="0"/>
                  <a:cs typeface="Arial" panose="020B0604020202020204" pitchFamily="34" charset="0"/>
                </a:rPr>
                <a:t>base</a:t>
              </a:r>
              <a:r>
                <a:rPr lang="en-US" sz="3000" dirty="0">
                  <a:solidFill>
                    <a:schemeClr val="tx1"/>
                  </a:solidFill>
                  <a:latin typeface="Arial" panose="020B0604020202020204" pitchFamily="34" charset="0"/>
                  <a:cs typeface="Arial" panose="020B0604020202020204" pitchFamily="34" charset="0"/>
                </a:rPr>
                <a:t> + LSTM on the MalBehavD-V1.</a:t>
              </a:r>
            </a:p>
            <a:p>
              <a:pPr marL="457200" indent="-457200">
                <a:lnSpc>
                  <a:spcPct val="120000"/>
                </a:lnSpc>
                <a:spcAft>
                  <a:spcPts val="200"/>
                </a:spcAft>
                <a:buFont typeface="Wingdings" panose="05000000000000000000" pitchFamily="2" charset="2"/>
                <a:buChar char="§"/>
              </a:pPr>
              <a:r>
                <a:rPr lang="en-US" sz="3000" b="1" dirty="0">
                  <a:solidFill>
                    <a:schemeClr val="tx1"/>
                  </a:solidFill>
                  <a:latin typeface="Arial" panose="020B0604020202020204" pitchFamily="34" charset="0"/>
                  <a:cs typeface="Arial" panose="020B0604020202020204" pitchFamily="34" charset="0"/>
                </a:rPr>
                <a:t>Results</a:t>
              </a:r>
              <a:r>
                <a:rPr lang="en-US" sz="3000" dirty="0">
                  <a:solidFill>
                    <a:schemeClr val="tx1"/>
                  </a:solidFill>
                  <a:latin typeface="Arial" panose="020B0604020202020204" pitchFamily="34" charset="0"/>
                  <a:cs typeface="Arial" panose="020B0604020202020204" pitchFamily="34" charset="0"/>
                </a:rPr>
                <a:t>: </a:t>
              </a:r>
              <a:r>
                <a:rPr lang="en-US" sz="3000" dirty="0" err="1">
                  <a:solidFill>
                    <a:schemeClr val="tx1"/>
                  </a:solidFill>
                  <a:latin typeface="Arial" panose="020B0604020202020204" pitchFamily="34" charset="0"/>
                  <a:cs typeface="Arial" panose="020B0604020202020204" pitchFamily="34" charset="0"/>
                </a:rPr>
                <a:t>DawnGNN</a:t>
              </a:r>
              <a:r>
                <a:rPr lang="en-US" sz="3000" dirty="0">
                  <a:solidFill>
                    <a:schemeClr val="tx1"/>
                  </a:solidFill>
                  <a:latin typeface="Arial" panose="020B0604020202020204" pitchFamily="34" charset="0"/>
                  <a:cs typeface="Arial" panose="020B0604020202020204" pitchFamily="34" charset="0"/>
                </a:rPr>
                <a:t> outperformed all other architectures, with 93.39% Accuracy and 93.63% F1-Score.</a:t>
              </a:r>
            </a:p>
            <a:p>
              <a:pPr>
                <a:lnSpc>
                  <a:spcPct val="120000"/>
                </a:lnSpc>
                <a:spcAft>
                  <a:spcPts val="200"/>
                </a:spcAft>
              </a:pPr>
              <a:r>
                <a:rPr lang="en-US" sz="3000" b="1" dirty="0">
                  <a:solidFill>
                    <a:schemeClr val="tx1"/>
                  </a:solidFill>
                  <a:latin typeface="Arial" panose="020B0604020202020204" pitchFamily="34" charset="0"/>
                  <a:cs typeface="Arial" panose="020B0604020202020204" pitchFamily="34" charset="0"/>
                </a:rPr>
                <a:t>Result 3: Efficiency Validation on new Dataset</a:t>
              </a:r>
            </a:p>
            <a:p>
              <a:pPr marL="457200" indent="-457200">
                <a:lnSpc>
                  <a:spcPct val="120000"/>
                </a:lnSpc>
                <a:spcAft>
                  <a:spcPts val="200"/>
                </a:spcAft>
                <a:buFont typeface="Wingdings" panose="05000000000000000000" pitchFamily="2" charset="2"/>
                <a:buChar char="§"/>
              </a:pPr>
              <a:r>
                <a:rPr lang="en-US" sz="3000" b="1" dirty="0">
                  <a:solidFill>
                    <a:schemeClr val="tx1"/>
                  </a:solidFill>
                  <a:latin typeface="Arial" panose="020B0604020202020204" pitchFamily="34" charset="0"/>
                  <a:cs typeface="Arial" panose="020B0604020202020204" pitchFamily="34" charset="0"/>
                </a:rPr>
                <a:t>Description</a:t>
              </a:r>
              <a:r>
                <a:rPr lang="en-US" sz="3000" dirty="0">
                  <a:solidFill>
                    <a:schemeClr val="tx1"/>
                  </a:solidFill>
                  <a:latin typeface="Arial" panose="020B0604020202020204" pitchFamily="34" charset="0"/>
                  <a:cs typeface="Arial" panose="020B0604020202020204" pitchFamily="34" charset="0"/>
                </a:rPr>
                <a:t>: The model was evaluated on the Malware Analysis Datasets: API Call Sequences to test stability.</a:t>
              </a:r>
            </a:p>
            <a:p>
              <a:pPr marL="457200" indent="-457200">
                <a:lnSpc>
                  <a:spcPct val="120000"/>
                </a:lnSpc>
                <a:spcAft>
                  <a:spcPts val="200"/>
                </a:spcAft>
                <a:buFont typeface="Wingdings" panose="05000000000000000000" pitchFamily="2" charset="2"/>
                <a:buChar char="§"/>
              </a:pPr>
              <a:r>
                <a:rPr lang="en-US" sz="3000" b="1" dirty="0">
                  <a:solidFill>
                    <a:schemeClr val="tx1"/>
                  </a:solidFill>
                  <a:latin typeface="Arial" panose="020B0604020202020204" pitchFamily="34" charset="0"/>
                  <a:cs typeface="Arial" panose="020B0604020202020204" pitchFamily="34" charset="0"/>
                </a:rPr>
                <a:t>Results</a:t>
              </a:r>
              <a:r>
                <a:rPr lang="en-US" sz="3000" dirty="0">
                  <a:solidFill>
                    <a:schemeClr val="tx1"/>
                  </a:solidFill>
                  <a:latin typeface="Arial" panose="020B0604020202020204" pitchFamily="34" charset="0"/>
                  <a:cs typeface="Arial" panose="020B0604020202020204" pitchFamily="34" charset="0"/>
                </a:rPr>
                <a:t>: Training on full dataset </a:t>
              </a:r>
              <a:r>
                <a:rPr lang="en-US" sz="3200" dirty="0">
                  <a:solidFill>
                    <a:schemeClr val="tx1"/>
                  </a:solidFill>
                  <a:latin typeface="Arial" panose="020B0604020202020204" pitchFamily="34" charset="0"/>
                  <a:cs typeface="Arial" panose="020B0604020202020204" pitchFamily="34" charset="0"/>
                </a:rPr>
                <a:t>sustained</a:t>
              </a:r>
              <a:r>
                <a:rPr lang="en-US" sz="3000" dirty="0">
                  <a:solidFill>
                    <a:schemeClr val="tx1"/>
                  </a:solidFill>
                  <a:latin typeface="Arial" panose="020B0604020202020204" pitchFamily="34" charset="0"/>
                  <a:cs typeface="Arial" panose="020B0604020202020204" pitchFamily="34" charset="0"/>
                </a:rPr>
                <a:t> between 95% - 98%, though the True Negative Rate (TNR) fluctuated 56% - 78%. In contrast, with 5% of the data, metrics ranged from 89% - 96%, but the TNR remained more stable at 63% - 85%.</a:t>
              </a:r>
            </a:p>
            <a:p>
              <a:pPr>
                <a:spcBef>
                  <a:spcPts val="250"/>
                </a:spcBef>
                <a:spcAft>
                  <a:spcPts val="250"/>
                </a:spcAft>
              </a:pPr>
              <a:endParaRPr lang="en-US" sz="3000" dirty="0">
                <a:solidFill>
                  <a:schemeClr val="tx1"/>
                </a:solidFill>
                <a:latin typeface="Arial" panose="020B0604020202020204" pitchFamily="34" charset="0"/>
                <a:cs typeface="Arial" panose="020B0604020202020204" pitchFamily="34" charset="0"/>
              </a:endParaRPr>
            </a:p>
          </p:txBody>
        </p:sp>
        <p:cxnSp>
          <p:nvCxnSpPr>
            <p:cNvPr id="22" name="Straight Connector 21">
              <a:extLst>
                <a:ext uri="{FF2B5EF4-FFF2-40B4-BE49-F238E27FC236}">
                  <a16:creationId xmlns:a16="http://schemas.microsoft.com/office/drawing/2014/main" id="{04E1203D-1BEF-8E22-23F6-5AF89015FF11}"/>
                </a:ext>
              </a:extLst>
            </p:cNvPr>
            <p:cNvCxnSpPr/>
            <p:nvPr/>
          </p:nvCxnSpPr>
          <p:spPr>
            <a:xfrm>
              <a:off x="47574864" y="22302379"/>
              <a:ext cx="6142893" cy="0"/>
            </a:xfrm>
            <a:prstGeom prst="line">
              <a:avLst/>
            </a:prstGeom>
            <a:ln w="76200">
              <a:solidFill>
                <a:srgbClr val="D79831"/>
              </a:solidFill>
            </a:ln>
          </p:spPr>
          <p:style>
            <a:lnRef idx="1">
              <a:schemeClr val="accent1"/>
            </a:lnRef>
            <a:fillRef idx="0">
              <a:schemeClr val="accent1"/>
            </a:fillRef>
            <a:effectRef idx="0">
              <a:schemeClr val="accent1"/>
            </a:effectRef>
            <a:fontRef idx="minor">
              <a:schemeClr val="tx1"/>
            </a:fontRef>
          </p:style>
        </p:cxnSp>
      </p:grpSp>
      <p:sp>
        <p:nvSpPr>
          <p:cNvPr id="41" name="TextBox 40">
            <a:extLst>
              <a:ext uri="{FF2B5EF4-FFF2-40B4-BE49-F238E27FC236}">
                <a16:creationId xmlns:a16="http://schemas.microsoft.com/office/drawing/2014/main" id="{26EF8A0C-3D8D-0B84-F759-4B677104E66E}"/>
              </a:ext>
            </a:extLst>
          </p:cNvPr>
          <p:cNvSpPr txBox="1"/>
          <p:nvPr/>
        </p:nvSpPr>
        <p:spPr>
          <a:xfrm>
            <a:off x="1080305" y="25627630"/>
            <a:ext cx="13714272" cy="523220"/>
          </a:xfrm>
          <a:prstGeom prst="rect">
            <a:avLst/>
          </a:prstGeom>
          <a:noFill/>
        </p:spPr>
        <p:txBody>
          <a:bodyPr wrap="square">
            <a:spAutoFit/>
          </a:bodyPr>
          <a:lstStyle/>
          <a:p>
            <a:pPr algn="ctr"/>
            <a:r>
              <a:rPr lang="en-US" sz="2800" b="1" i="1" noProof="1">
                <a:effectLst/>
                <a:latin typeface="Arial" panose="020B0604020202020204" pitchFamily="34" charset="0"/>
                <a:cs typeface="Arial" panose="020B0604020202020204" pitchFamily="34" charset="0"/>
              </a:rPr>
              <a:t>Fig.1</a:t>
            </a:r>
            <a:r>
              <a:rPr lang="en-US" sz="2800" b="0" i="1" noProof="1">
                <a:effectLst/>
                <a:latin typeface="Arial" panose="020B0604020202020204" pitchFamily="34" charset="0"/>
                <a:cs typeface="Arial" panose="020B0604020202020204" pitchFamily="34" charset="0"/>
              </a:rPr>
              <a:t> Our </a:t>
            </a:r>
            <a:r>
              <a:rPr lang="en-US" sz="2800" i="1" noProof="1">
                <a:latin typeface="Arial" panose="020B0604020202020204" pitchFamily="34" charset="0"/>
                <a:cs typeface="Arial" panose="020B0604020202020204" pitchFamily="34" charset="0"/>
              </a:rPr>
              <a:t>method in project</a:t>
            </a:r>
          </a:p>
        </p:txBody>
      </p:sp>
      <p:pic>
        <p:nvPicPr>
          <p:cNvPr id="9" name="Picture 2" descr="Káº¿t quáº£ hÃ¬nh áº£nh cho uit logo png">
            <a:extLst>
              <a:ext uri="{FF2B5EF4-FFF2-40B4-BE49-F238E27FC236}">
                <a16:creationId xmlns:a16="http://schemas.microsoft.com/office/drawing/2014/main" id="{9691DA5A-7402-D09F-0377-011AE4A80957}"/>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brightnessContrast bright="20000"/>
                    </a14:imgEffect>
                  </a14:imgLayer>
                </a14:imgProps>
              </a:ext>
              <a:ext uri="{28A0092B-C50C-407E-A947-70E740481C1C}">
                <a14:useLocalDpi xmlns:a14="http://schemas.microsoft.com/office/drawing/2010/main" val="0"/>
              </a:ext>
            </a:extLst>
          </a:blip>
          <a:srcRect r="5107"/>
          <a:stretch/>
        </p:blipFill>
        <p:spPr bwMode="auto">
          <a:xfrm>
            <a:off x="315558" y="40974317"/>
            <a:ext cx="2029818" cy="1725057"/>
          </a:xfrm>
          <a:prstGeom prst="rect">
            <a:avLst/>
          </a:prstGeom>
          <a:ln>
            <a:noFill/>
          </a:ln>
          <a:effectLst/>
          <a:extLst>
            <a:ext uri="{909E8E84-426E-40DD-AFC4-6F175D3DCCD1}">
              <a14:hiddenFill xmlns:a14="http://schemas.microsoft.com/office/drawing/2010/main">
                <a:solidFill>
                  <a:srgbClr val="FFFFFF"/>
                </a:solidFill>
              </a14:hiddenFill>
            </a:ext>
          </a:extLst>
        </p:spPr>
      </p:pic>
      <p:pic>
        <p:nvPicPr>
          <p:cNvPr id="10" name="Picture 4">
            <a:extLst>
              <a:ext uri="{FF2B5EF4-FFF2-40B4-BE49-F238E27FC236}">
                <a16:creationId xmlns:a16="http://schemas.microsoft.com/office/drawing/2014/main" id="{184BCEEC-C35C-74CF-5D52-1B948122620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298315" y="428501"/>
            <a:ext cx="1850475" cy="1850475"/>
          </a:xfrm>
          <a:prstGeom prst="rect">
            <a:avLst/>
          </a:prstGeom>
          <a:noFill/>
          <a:extLst>
            <a:ext uri="{909E8E84-426E-40DD-AFC4-6F175D3DCCD1}">
              <a14:hiddenFill xmlns:a14="http://schemas.microsoft.com/office/drawing/2010/main">
                <a:solidFill>
                  <a:srgbClr val="FFFFFF"/>
                </a:solidFill>
              </a14:hiddenFill>
            </a:ext>
          </a:extLst>
        </p:spPr>
      </p:pic>
      <p:sp>
        <p:nvSpPr>
          <p:cNvPr id="38" name="TextBox 37">
            <a:extLst>
              <a:ext uri="{FF2B5EF4-FFF2-40B4-BE49-F238E27FC236}">
                <a16:creationId xmlns:a16="http://schemas.microsoft.com/office/drawing/2014/main" id="{D5020ED4-724B-6B16-FD1C-AAA5374FEB3D}"/>
              </a:ext>
            </a:extLst>
          </p:cNvPr>
          <p:cNvSpPr txBox="1"/>
          <p:nvPr/>
        </p:nvSpPr>
        <p:spPr>
          <a:xfrm>
            <a:off x="15882144" y="35399232"/>
            <a:ext cx="13310474" cy="1015663"/>
          </a:xfrm>
          <a:prstGeom prst="rect">
            <a:avLst/>
          </a:prstGeom>
          <a:noFill/>
        </p:spPr>
        <p:txBody>
          <a:bodyPr wrap="square">
            <a:spAutoFit/>
          </a:bodyPr>
          <a:lstStyle/>
          <a:p>
            <a:pPr algn="ctr"/>
            <a:r>
              <a:rPr lang="en-US" sz="3000" b="1" i="1" noProof="1">
                <a:effectLst/>
                <a:latin typeface="Arial" panose="020B0604020202020204" pitchFamily="34" charset="0"/>
                <a:cs typeface="Arial" panose="020B0604020202020204" pitchFamily="34" charset="0"/>
              </a:rPr>
              <a:t>Fig.</a:t>
            </a:r>
            <a:r>
              <a:rPr lang="en-US" sz="3000" b="1" i="1" noProof="1">
                <a:latin typeface="Arial" panose="020B0604020202020204" pitchFamily="34" charset="0"/>
                <a:cs typeface="Arial" panose="020B0604020202020204" pitchFamily="34" charset="0"/>
              </a:rPr>
              <a:t>1</a:t>
            </a:r>
            <a:r>
              <a:rPr lang="en-US" sz="3000" b="0" i="1" noProof="1">
                <a:effectLst/>
                <a:latin typeface="Arial" panose="020B0604020202020204" pitchFamily="34" charset="0"/>
                <a:cs typeface="Arial" panose="020B0604020202020204" pitchFamily="34" charset="0"/>
              </a:rPr>
              <a:t> </a:t>
            </a:r>
            <a:r>
              <a:rPr lang="en-US" sz="3000" dirty="0">
                <a:latin typeface="Arial" panose="020B0604020202020204" pitchFamily="34" charset="0"/>
                <a:cs typeface="Arial" panose="020B0604020202020204" pitchFamily="34" charset="0"/>
              </a:rPr>
              <a:t>The proposed model outperforms other baselines across almost evaluation metrics.</a:t>
            </a:r>
            <a:endParaRPr lang="en-US" sz="3000" i="1" noProof="1">
              <a:latin typeface="Arial" panose="020B0604020202020204" pitchFamily="34" charset="0"/>
              <a:cs typeface="Arial" panose="020B0604020202020204" pitchFamily="34" charset="0"/>
            </a:endParaRPr>
          </a:p>
        </p:txBody>
      </p:sp>
      <p:sp>
        <p:nvSpPr>
          <p:cNvPr id="39" name="TextBox 38">
            <a:extLst>
              <a:ext uri="{FF2B5EF4-FFF2-40B4-BE49-F238E27FC236}">
                <a16:creationId xmlns:a16="http://schemas.microsoft.com/office/drawing/2014/main" id="{1518DB5B-AE51-22BD-D9DC-26390CB2F1ED}"/>
              </a:ext>
            </a:extLst>
          </p:cNvPr>
          <p:cNvSpPr txBox="1"/>
          <p:nvPr/>
        </p:nvSpPr>
        <p:spPr>
          <a:xfrm>
            <a:off x="15592526" y="30229618"/>
            <a:ext cx="14510544" cy="553998"/>
          </a:xfrm>
          <a:prstGeom prst="rect">
            <a:avLst/>
          </a:prstGeom>
          <a:noFill/>
        </p:spPr>
        <p:txBody>
          <a:bodyPr wrap="square">
            <a:spAutoFit/>
          </a:bodyPr>
          <a:lstStyle/>
          <a:p>
            <a:pPr algn="ctr"/>
            <a:r>
              <a:rPr lang="en-US" sz="3000" b="1" i="1" noProof="1">
                <a:effectLst/>
                <a:latin typeface="Arial" panose="020B0604020202020204" pitchFamily="34" charset="0"/>
                <a:cs typeface="Arial" panose="020B0604020202020204" pitchFamily="34" charset="0"/>
              </a:rPr>
              <a:t>Tab.1 </a:t>
            </a:r>
            <a:r>
              <a:rPr lang="en-US" sz="3000" dirty="0">
                <a:latin typeface="Arial" panose="020B0604020202020204" pitchFamily="34" charset="0"/>
                <a:cs typeface="Arial" panose="020B0604020202020204" pitchFamily="34" charset="0"/>
              </a:rPr>
              <a:t>Our model achieves highly reliable classification result.</a:t>
            </a:r>
            <a:endParaRPr lang="en-US" sz="3000" i="1" noProof="1">
              <a:latin typeface="Arial" panose="020B0604020202020204" pitchFamily="34" charset="0"/>
              <a:cs typeface="Arial" panose="020B0604020202020204" pitchFamily="34" charset="0"/>
            </a:endParaRPr>
          </a:p>
        </p:txBody>
      </p:sp>
      <p:pic>
        <p:nvPicPr>
          <p:cNvPr id="12" name="Picture 11" descr="A yellow beetle with a skull on it&#10;&#10;AI-generated content may be incorrect.">
            <a:extLst>
              <a:ext uri="{FF2B5EF4-FFF2-40B4-BE49-F238E27FC236}">
                <a16:creationId xmlns:a16="http://schemas.microsoft.com/office/drawing/2014/main" id="{FB279549-C53B-A4B1-4BD8-C35C24B1D6B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8148790" y="40892538"/>
            <a:ext cx="2029818" cy="2029818"/>
          </a:xfrm>
          <a:prstGeom prst="rect">
            <a:avLst/>
          </a:prstGeom>
        </p:spPr>
      </p:pic>
      <p:sp>
        <p:nvSpPr>
          <p:cNvPr id="13" name="Rectangle: Rounded Corners 12">
            <a:extLst>
              <a:ext uri="{FF2B5EF4-FFF2-40B4-BE49-F238E27FC236}">
                <a16:creationId xmlns:a16="http://schemas.microsoft.com/office/drawing/2014/main" id="{BB61E60E-1429-10C8-327B-4542E10966B4}"/>
              </a:ext>
            </a:extLst>
          </p:cNvPr>
          <p:cNvSpPr/>
          <p:nvPr/>
        </p:nvSpPr>
        <p:spPr>
          <a:xfrm>
            <a:off x="15858011" y="15058320"/>
            <a:ext cx="13305688" cy="2956555"/>
          </a:xfrm>
          <a:prstGeom prst="roundRect">
            <a:avLst>
              <a:gd name="adj" fmla="val 4156"/>
            </a:avLst>
          </a:prstGeom>
          <a:noFill/>
          <a:ln w="38100">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lIns="365760" tIns="0" rIns="365760" bIns="0" rtlCol="0" anchor="ctr"/>
          <a:lstStyle/>
          <a:p>
            <a:pPr algn="just">
              <a:lnSpc>
                <a:spcPct val="150000"/>
              </a:lnSpc>
            </a:pPr>
            <a:r>
              <a:rPr lang="en-US" sz="5600" b="1" noProof="1">
                <a:solidFill>
                  <a:srgbClr val="D79831"/>
                </a:solidFill>
                <a:latin typeface="Arial" panose="020B0604020202020204" pitchFamily="34" charset="0"/>
                <a:cs typeface="Arial" panose="020B0604020202020204" pitchFamily="34" charset="0"/>
              </a:rPr>
              <a:t>Methodology</a:t>
            </a:r>
          </a:p>
        </p:txBody>
      </p:sp>
      <p:sp>
        <p:nvSpPr>
          <p:cNvPr id="14" name="Rectangle: Rounded Corners 13">
            <a:extLst>
              <a:ext uri="{FF2B5EF4-FFF2-40B4-BE49-F238E27FC236}">
                <a16:creationId xmlns:a16="http://schemas.microsoft.com/office/drawing/2014/main" id="{81539648-D337-0938-863F-736E77AFBF08}"/>
              </a:ext>
            </a:extLst>
          </p:cNvPr>
          <p:cNvSpPr/>
          <p:nvPr/>
        </p:nvSpPr>
        <p:spPr>
          <a:xfrm>
            <a:off x="1445638" y="26878596"/>
            <a:ext cx="13714272" cy="1322413"/>
          </a:xfrm>
          <a:prstGeom prst="roundRect">
            <a:avLst>
              <a:gd name="adj" fmla="val 4156"/>
            </a:avLst>
          </a:prstGeom>
          <a:noFill/>
          <a:ln w="38100">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lIns="365760" tIns="0" rIns="365760" bIns="0" rtlCol="0" anchor="ctr"/>
          <a:lstStyle/>
          <a:p>
            <a:pPr algn="just">
              <a:lnSpc>
                <a:spcPct val="150000"/>
              </a:lnSpc>
            </a:pPr>
            <a:r>
              <a:rPr lang="en-US" sz="5600" b="1" noProof="1">
                <a:solidFill>
                  <a:srgbClr val="D79831"/>
                </a:solidFill>
                <a:latin typeface="Arial" panose="020B0604020202020204" pitchFamily="34" charset="0"/>
                <a:cs typeface="Arial" panose="020B0604020202020204" pitchFamily="34" charset="0"/>
              </a:rPr>
              <a:t>Experiments and Results</a:t>
            </a:r>
          </a:p>
        </p:txBody>
      </p:sp>
      <p:sp>
        <p:nvSpPr>
          <p:cNvPr id="17" name="AutoShape 4" descr="Logo UIT PITO">
            <a:extLst>
              <a:ext uri="{FF2B5EF4-FFF2-40B4-BE49-F238E27FC236}">
                <a16:creationId xmlns:a16="http://schemas.microsoft.com/office/drawing/2014/main" id="{5DF7ECF1-7058-980D-23D2-B4C442B7A3E5}"/>
              </a:ext>
            </a:extLst>
          </p:cNvPr>
          <p:cNvSpPr>
            <a:spLocks noChangeAspect="1" noChangeArrowheads="1"/>
          </p:cNvSpPr>
          <p:nvPr/>
        </p:nvSpPr>
        <p:spPr bwMode="auto">
          <a:xfrm>
            <a:off x="14966950" y="21267738"/>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latin typeface="Arial" panose="020B0604020202020204" pitchFamily="34" charset="0"/>
              <a:cs typeface="Arial" panose="020B0604020202020204" pitchFamily="34" charset="0"/>
            </a:endParaRPr>
          </a:p>
        </p:txBody>
      </p:sp>
      <p:pic>
        <p:nvPicPr>
          <p:cNvPr id="1030" name="Picture 6">
            <a:extLst>
              <a:ext uri="{FF2B5EF4-FFF2-40B4-BE49-F238E27FC236}">
                <a16:creationId xmlns:a16="http://schemas.microsoft.com/office/drawing/2014/main" id="{36AA66A3-BF1D-5696-0BB0-EF60673C148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4237457" y="678088"/>
            <a:ext cx="1850475" cy="1496341"/>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Khoa Mạng máy tính và Truyền thông - UIT.NC">
            <a:extLst>
              <a:ext uri="{FF2B5EF4-FFF2-40B4-BE49-F238E27FC236}">
                <a16:creationId xmlns:a16="http://schemas.microsoft.com/office/drawing/2014/main" id="{3F95E8CA-ACF8-FBA3-636C-AD0444B62777}"/>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8135263" y="340408"/>
            <a:ext cx="2105025" cy="2171700"/>
          </a:xfrm>
          <a:prstGeom prst="rect">
            <a:avLst/>
          </a:prstGeom>
          <a:noFill/>
          <a:extLst>
            <a:ext uri="{909E8E84-426E-40DD-AFC4-6F175D3DCCD1}">
              <a14:hiddenFill xmlns:a14="http://schemas.microsoft.com/office/drawing/2010/main">
                <a:solidFill>
                  <a:srgbClr val="FFFFFF"/>
                </a:solidFill>
              </a14:hiddenFill>
            </a:ext>
          </a:extLst>
        </p:spPr>
      </p:pic>
      <p:pic>
        <p:nvPicPr>
          <p:cNvPr id="43" name="Hình ảnh 42" descr="Ảnh có chứa văn bản, ảnh chụp màn hình, Nhiều màu sắc, Sơ đồ&#10;&#10;Nội dung do AI tạo ra có thể không chính xác.">
            <a:extLst>
              <a:ext uri="{FF2B5EF4-FFF2-40B4-BE49-F238E27FC236}">
                <a16:creationId xmlns:a16="http://schemas.microsoft.com/office/drawing/2014/main" id="{960FF399-3253-B8ED-D34C-0C96F42D10C8}"/>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16491744" y="30800562"/>
            <a:ext cx="11887200" cy="4598670"/>
          </a:xfrm>
          <a:prstGeom prst="rect">
            <a:avLst/>
          </a:prstGeom>
        </p:spPr>
      </p:pic>
      <p:pic>
        <p:nvPicPr>
          <p:cNvPr id="45" name="Hình ảnh 44" descr="Ảnh có chứa hàng, Sơ đồ, biểu đồ&#10;&#10;Nội dung do AI tạo ra có thể không chính xác.">
            <a:extLst>
              <a:ext uri="{FF2B5EF4-FFF2-40B4-BE49-F238E27FC236}">
                <a16:creationId xmlns:a16="http://schemas.microsoft.com/office/drawing/2014/main" id="{49F84D97-DA40-FC8F-8C46-8661A7B54FFC}"/>
              </a:ext>
            </a:extLst>
          </p:cNvPr>
          <p:cNvPicPr>
            <a:picLocks noChangeAspect="1"/>
          </p:cNvPicPr>
          <p:nvPr/>
        </p:nvPicPr>
        <p:blipFill>
          <a:blip r:embed="rId10"/>
          <a:stretch>
            <a:fillRect/>
          </a:stretch>
        </p:blipFill>
        <p:spPr>
          <a:xfrm>
            <a:off x="16593781" y="36123066"/>
            <a:ext cx="11887200" cy="3746269"/>
          </a:xfrm>
          <a:prstGeom prst="rect">
            <a:avLst/>
          </a:prstGeom>
        </p:spPr>
      </p:pic>
      <p:pic>
        <p:nvPicPr>
          <p:cNvPr id="47" name="Hình ảnh 46" descr="Ảnh có chứa văn bản, Phông chữ, ảnh chụp màn hình, số&#10;&#10;Nội dung do AI tạo ra có thể không chính xác.">
            <a:extLst>
              <a:ext uri="{FF2B5EF4-FFF2-40B4-BE49-F238E27FC236}">
                <a16:creationId xmlns:a16="http://schemas.microsoft.com/office/drawing/2014/main" id="{B6ECC2F7-A80E-4CCF-FF53-C11E74F1439B}"/>
              </a:ext>
            </a:extLst>
          </p:cNvPr>
          <p:cNvPicPr>
            <a:picLocks noChangeAspect="1"/>
          </p:cNvPicPr>
          <p:nvPr/>
        </p:nvPicPr>
        <p:blipFill>
          <a:blip r:embed="rId11"/>
          <a:stretch>
            <a:fillRect/>
          </a:stretch>
        </p:blipFill>
        <p:spPr>
          <a:xfrm>
            <a:off x="16034544" y="27098609"/>
            <a:ext cx="12834146" cy="3116864"/>
          </a:xfrm>
          <a:prstGeom prst="rect">
            <a:avLst/>
          </a:prstGeom>
        </p:spPr>
      </p:pic>
      <p:sp>
        <p:nvSpPr>
          <p:cNvPr id="48" name="TextBox 37">
            <a:extLst>
              <a:ext uri="{FF2B5EF4-FFF2-40B4-BE49-F238E27FC236}">
                <a16:creationId xmlns:a16="http://schemas.microsoft.com/office/drawing/2014/main" id="{43ED387A-03B3-1EB6-9940-63FD651DA250}"/>
              </a:ext>
            </a:extLst>
          </p:cNvPr>
          <p:cNvSpPr txBox="1"/>
          <p:nvPr/>
        </p:nvSpPr>
        <p:spPr>
          <a:xfrm>
            <a:off x="15821989" y="39768500"/>
            <a:ext cx="13706902" cy="1015663"/>
          </a:xfrm>
          <a:prstGeom prst="rect">
            <a:avLst/>
          </a:prstGeom>
          <a:noFill/>
        </p:spPr>
        <p:txBody>
          <a:bodyPr wrap="square">
            <a:spAutoFit/>
          </a:bodyPr>
          <a:lstStyle/>
          <a:p>
            <a:pPr algn="ctr"/>
            <a:r>
              <a:rPr lang="en-US" sz="3000" b="1" i="1" noProof="1">
                <a:effectLst/>
                <a:latin typeface="Arial" panose="020B0604020202020204" pitchFamily="34" charset="0"/>
                <a:cs typeface="Arial" panose="020B0604020202020204" pitchFamily="34" charset="0"/>
              </a:rPr>
              <a:t>Fig.2 </a:t>
            </a:r>
            <a:r>
              <a:rPr lang="en-US" sz="3000" i="1" noProof="1">
                <a:effectLst/>
                <a:latin typeface="Arial" panose="020B0604020202020204" pitchFamily="34" charset="0"/>
                <a:cs typeface="Arial" panose="020B0604020202020204" pitchFamily="34" charset="0"/>
              </a:rPr>
              <a:t>Training </a:t>
            </a:r>
            <a:r>
              <a:rPr lang="en-US" sz="3000" dirty="0">
                <a:latin typeface="Arial" panose="020B0604020202020204" pitchFamily="34" charset="0"/>
                <a:cs typeface="Arial" panose="020B0604020202020204" pitchFamily="34" charset="0"/>
              </a:rPr>
              <a:t>full-dataset maintains higher overall metrics, while using a subset provides a more stable True Negative Rate.</a:t>
            </a:r>
            <a:r>
              <a:rPr lang="en-US" sz="3000" b="1" i="1" noProof="1">
                <a:effectLst/>
                <a:latin typeface="Arial" panose="020B0604020202020204" pitchFamily="34" charset="0"/>
                <a:cs typeface="Arial" panose="020B0604020202020204" pitchFamily="34" charset="0"/>
              </a:rPr>
              <a:t> </a:t>
            </a:r>
            <a:endParaRPr lang="en-US" sz="3000" i="1" noProof="1">
              <a:latin typeface="Arial" panose="020B0604020202020204" pitchFamily="34" charset="0"/>
              <a:cs typeface="Arial" panose="020B0604020202020204" pitchFamily="34" charset="0"/>
            </a:endParaRPr>
          </a:p>
        </p:txBody>
      </p:sp>
      <p:pic>
        <p:nvPicPr>
          <p:cNvPr id="50" name="Hình ảnh 49" descr="Ảnh có chứa văn bản, biểu đồ, ảnh chụp màn hình, hàng&#10;&#10;Nội dung do AI tạo ra có thể không chính xác.">
            <a:extLst>
              <a:ext uri="{FF2B5EF4-FFF2-40B4-BE49-F238E27FC236}">
                <a16:creationId xmlns:a16="http://schemas.microsoft.com/office/drawing/2014/main" id="{77A90F64-D49A-5616-B029-B98FB1A7904E}"/>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1089025" y="16903372"/>
            <a:ext cx="14030325" cy="7629525"/>
          </a:xfrm>
          <a:prstGeom prst="rect">
            <a:avLst/>
          </a:prstGeom>
        </p:spPr>
      </p:pic>
    </p:spTree>
    <p:extLst>
      <p:ext uri="{BB962C8B-B14F-4D97-AF65-F5344CB8AC3E}">
        <p14:creationId xmlns:p14="http://schemas.microsoft.com/office/powerpoint/2010/main" val="3336671571"/>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755</TotalTime>
  <Words>542</Words>
  <Application>Microsoft Office PowerPoint</Application>
  <PresentationFormat>Tùy chỉnh</PresentationFormat>
  <Paragraphs>37</Paragraphs>
  <Slides>1</Slides>
  <Notes>1</Notes>
  <HiddenSlides>0</HiddenSlides>
  <MMClips>0</MMClips>
  <ScaleCrop>false</ScaleCrop>
  <HeadingPairs>
    <vt:vector size="6" baseType="variant">
      <vt:variant>
        <vt:lpstr>Phông được Dùng</vt:lpstr>
      </vt:variant>
      <vt:variant>
        <vt:i4>4</vt:i4>
      </vt:variant>
      <vt:variant>
        <vt:lpstr>Chủ đề</vt:lpstr>
      </vt:variant>
      <vt:variant>
        <vt:i4>1</vt:i4>
      </vt:variant>
      <vt:variant>
        <vt:lpstr>Tiêu đề Bản chiếu</vt:lpstr>
      </vt:variant>
      <vt:variant>
        <vt:i4>1</vt:i4>
      </vt:variant>
    </vt:vector>
  </HeadingPairs>
  <TitlesOfParts>
    <vt:vector size="6" baseType="lpstr">
      <vt:lpstr>Arial</vt:lpstr>
      <vt:lpstr>Calibri</vt:lpstr>
      <vt:lpstr>Calibri Light</vt:lpstr>
      <vt:lpstr>Wingdings</vt:lpstr>
      <vt:lpstr>Office Theme</vt:lpstr>
      <vt:lpstr>Bản trình bày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Lonely Wolf</dc:creator>
  <cp:lastModifiedBy>Diệu Duyên</cp:lastModifiedBy>
  <cp:revision>31</cp:revision>
  <dcterms:created xsi:type="dcterms:W3CDTF">2022-11-19T02:58:11Z</dcterms:created>
  <dcterms:modified xsi:type="dcterms:W3CDTF">2026-01-12T07:35:36Z</dcterms:modified>
</cp:coreProperties>
</file>